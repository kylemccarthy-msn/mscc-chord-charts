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みつばさ   の     陰にかくし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mitsubasa no     kage ni kakushi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力       ある    御腕の中に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chikara aru    miude no naka 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Sob Tuas asas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Cobre-me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さかまく大海を越え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sakamaku ooumi wo koe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主とともに羽ばたく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to tomo ni habataku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Contigo voarei sobre as tempestades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Pai, Tu és rei sobre a inundação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我が父よ王なる神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 ga chichiyo ounaru kami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静まりあなたを知る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shizumari anata wo shiru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ainda estarei e saberei que és Deus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Minha alma encontra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キリストの       中に憩 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kirisuto no         naka ni ikoi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信頼と        主の力を知る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shinrai to    shu no chikara wo shiru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Sob Tuas asas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Cobre-me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いかづち鳴りわたる中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ikazuchi nari wataru naka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主とともに羽ばたく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shu to tomo ni habataku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Contigo voarei sobre as tempestades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Pai, Tu és rei sobre a inundação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65049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我が父よ王なる神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18588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 ga chichiyo ounaru kami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静まりあなたを知る         (繰り返し)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53612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shizumari anata wo shiru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53085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Eu ainda estarei e saberei que és Deus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896612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Minha alma encontra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Sob Tuas asas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Cobre-me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キリストの       中に憩 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信頼と        主の力を知る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Com Tuas poderosas mãos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900" b="1" i="0">
                <a:solidFill>
                  <a:srgbClr val="FFFFFF"/>
                </a:solidFill>
                <a:latin typeface="Arial"/>
              </a:rPr>
              <a:t>Quando os oceanos se levantam e as tempestades rugem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あなたの力強い手で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大洋が立ち上がり、嵐が轟く時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Contigo voarei sobre as tempestades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Pai, Tu és rei sobre a inundação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さかまく大海を越え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主とともに羽ばたく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Eu ainda estarei e saberei que és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Minha alma encontra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我が父よ王なる神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静まりあなたを知る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300" b="1" i="0">
                <a:solidFill>
                  <a:srgbClr val="FFFFFF"/>
                </a:solidFill>
                <a:latin typeface="Arial"/>
              </a:rPr>
              <a:t>Contigo voarei sobre as tempestades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Pai, Tu és rei sobre a inundação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さかまく大海を越え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主とともに羽ばたく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Arial"/>
              </a:rPr>
              <a:t>Eu ainda estarei e saberei que és Deus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Minha alma encontra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2851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我が父よ王なる神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94276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828282"/>
                </a:solidFill>
                <a:latin typeface="Arial"/>
              </a:rPr>
              <a:t>静まりあなたを知る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