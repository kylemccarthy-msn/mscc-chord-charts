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  あわれみは  尽き-ず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anatano    a-ware miwa tsuki-zu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わた-しは  御手に 抱かれ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wata-shi    wa  miteni  idakare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目が  覚めてから   床につく--まで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megasa meteka-ra tokoni tsuku-ma-de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歌おう 神の   めぐみを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utaou  kamino megumio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この日に 至るま-で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hini itaru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Até eu deitar minha cabeça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私に       よく  して-く-れ-た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watashi-ni yoku shite ku-re-ta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Ai eu vou cantar da bondade de Deus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いのちの 日のかぎり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inochino  hino kagiri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amo sua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歌おう神のめぐみを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utaou  kamino megumio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Você me levou através do fogo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Bondade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amo,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Pois sua misericórdia nunca me falha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Todos os meus 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fui segurado em Suas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 partir do momento que eu acordo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Até eu deitar minha cabeça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この日に 至るま-で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Ai eu vou cantar da bondade de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私に       よく  して-く-れ-た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amo sua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いのちの 日のかぎり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Você me levou através do fogo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歌おう神のめぐみを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noite mais escura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Você está perto como nenhum outro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あなたの めぐみが　わたしを追う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conheço como um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みまえに このいのち　みな   献げる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conheci como um amigo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あなたの めぐみが　わたしを追う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E eu tenho vivido na bondade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Toda a minha vida Você tem sido fiel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Toda a minha vida Você tem sido tão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cada respiração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 tano  megu miga wata shio 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Na noite mais escura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 tano  megu miga wata shio 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Você está perto como nenhum outro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みまえに このいのち　みな   献げる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mimaeni   kono inochi   mina sasageru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te conheço como um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 めぐみが　わたしを追う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 tano  megu miga wata shio 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te conheci como um amigo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Até eu deitar minha cabeça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この日に 至るま-で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Ai eu vou cantar da bondade de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私に       よく  して-く-れ-た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amo sua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いのちの 日のかぎり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Você me levou através do fogo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歌おう神のめぐみを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minha vida colocada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Estou rendido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dou tudo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