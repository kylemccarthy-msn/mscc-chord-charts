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o Cordeiro (Hino de Comunhão)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Eis o Cordeiro que carrega nossos pecados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Morto por nós - e nós lembramos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A promessa feita de que todos os que vêm na fé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Encontram perdão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Então nós compartilhamos neste pão da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十字架の贖いが刻まれた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Como um sinal de nossos laços de paz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たたえよう　聖なる御名に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volta da mesa do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corpo do nosso Salvador Jesus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あなたのもの   (Build 4 then drop)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por nós - come e recorda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sangue que foi derramado por nós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Beba e lembre que Ele nos amou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enquanto nos reunimos ao redor da mesa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Lembremos e acreditemos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ressuscitou, o ressuscitou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Miyo kohi-tsuji wo sono mite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十字架の贖いが刻まれた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jyujika no-- aganai ga kizamareta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Encontram perdão na cruz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nós compartilhamos neste pão da vida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主イエスあなたを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(anata)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たたえよう　聖なる御名に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tataeyo-- seinaru mina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um sinal de nossos laços de paz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 iesu sho-ri wa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あなたのもの   (Build 4 then drop)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À volta da mesa do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corpo do nosso Salvador Jesus Cristo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Encontram perdão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Então nós compartilhamos neste pão da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十字架の贖いが刻まれた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Como um sinal de nossos laços de paz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たたえよう　聖なる御名に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volta da mesa do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corpo do nosso Salvador Jesus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あなたのもの   (Build 4 then drop)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por nós - come e recorda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sangue que foi derramado por nós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