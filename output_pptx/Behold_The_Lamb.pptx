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66" b="1" i="0">
                <a:solidFill>
                  <a:srgbClr val="FFFFFF"/>
                </a:solidFill>
                <a:latin typeface="Arial"/>
              </a:rPr>
              <a:t>Eis o Cordeiro (Hino de Comunhão)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34" b="1" i="0">
                <a:solidFill>
                  <a:srgbClr val="FFFFFF"/>
                </a:solidFill>
                <a:latin typeface="Arial"/>
              </a:rPr>
              <a:t>Eis o Cordeiro que carrega nossos pecados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Morto por nós - e nós lembramos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60" b="1" i="0">
                <a:solidFill>
                  <a:srgbClr val="FFFFFF"/>
                </a:solidFill>
                <a:latin typeface="Arial"/>
              </a:rPr>
              <a:t>A promessa feita de que todos os que vêm na fé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Encontram perdão na cruz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見よ　子羊を　その御手に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52" b="1" i="0">
                <a:solidFill>
                  <a:srgbClr val="FFFFFF"/>
                </a:solidFill>
                <a:latin typeface="Arial"/>
              </a:rPr>
              <a:t>Então nós compartilhamos neste pão da vida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十字架の贖いが刻まれた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nós bebemos de Seu sacrifício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主イエスあなたを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11" b="1" i="0">
                <a:solidFill>
                  <a:srgbClr val="FFFFFF"/>
                </a:solidFill>
                <a:latin typeface="Arial"/>
              </a:rPr>
              <a:t>Como um sinal de nossos laços de paz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たたえよう　聖なる御名に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À volta da mesa do rei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ハレルヤ　イエス、勝利は永遠に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705" b="1" i="0">
                <a:solidFill>
                  <a:srgbClr val="FFFFFF"/>
                </a:solidFill>
                <a:latin typeface="Arial"/>
              </a:rPr>
              <a:t>O corpo do nosso Salvador Jesus Cristo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>あなたのもの   (Build 4 then drop)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Rasgado por nós - come e recorda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O sangue que foi derramado por nós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Beba e lembre que Ele nos amou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520" b="1" i="0">
                <a:solidFill>
                  <a:srgbClr val="FFFFFF"/>
                </a:solidFill>
                <a:latin typeface="Arial"/>
              </a:rPr>
              <a:t>E enquanto nos reunimos ao redor da mesa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Lembremos e acreditemos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O ressuscitou, o ressuscitou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見よ　子羊を　その御手に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Miyo kohi-tsuji wo sono mite 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Encontram perdão na cruz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十字架の贖いが刻まれた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jyujika no-- aganai ga kizamareta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Então nós compartilhamos neste pão da vida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主イエスあなたを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shu iesu (anata) 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E nós bebemos de Seu sacrifício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たたえよう　聖なる御名に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tataeyo-- seinaru mina 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Como um sinal de nossos laços de paz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ハレルヤ　イエス、勝利は永遠に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hallelujah     iesu sho-ri wa towa 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À volta da mesa do rei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771" b="1" i="0">
                <a:solidFill>
                  <a:srgbClr val="FFFFFF"/>
                </a:solidFill>
                <a:latin typeface="Arial"/>
              </a:rPr>
              <a:t>あなたのもの   (Build 4 then drop)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anata no mono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>O corpo do nosso Salvador Jesus Cristo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34" b="1" i="0">
                <a:solidFill>
                  <a:srgbClr val="FFFFFF"/>
                </a:solidFill>
                <a:latin typeface="Arial"/>
              </a:rPr>
              <a:t>E o aclamaremos quando Ele vier novamente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34" b="1" i="0">
                <a:solidFill>
                  <a:srgbClr val="FFFFFF"/>
                </a:solidFill>
                <a:latin typeface="Arial"/>
              </a:rPr>
              <a:t>E o aclamaremos quando Ele vier novamente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34" b="1" i="0">
                <a:solidFill>
                  <a:srgbClr val="FFFFFF"/>
                </a:solidFill>
                <a:latin typeface="Arial"/>
              </a:rPr>
              <a:t>E o aclamaremos quando Ele vier novamente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34" b="1" i="0">
                <a:solidFill>
                  <a:srgbClr val="FFFFFF"/>
                </a:solidFill>
                <a:latin typeface="Arial"/>
              </a:rPr>
              <a:t>E o aclamaremos quando Ele vier novamente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