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Eis o Cordeiro (Hino de Comunhão)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Eis o Cordeiro que carrega nossos pecados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見よ、小羊よ（交わりの讃美歌）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見よ、わたしたちの罪を負う小羊よ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Morto por nós - e nós lembramos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A promessa feita de que todos os que vêm na fé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わたしたちのために死なれた - そしてわたしたちは思い出す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信仰をもって来るすべての者のためにされた約束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Encontram perdão na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Então nós compartilhamos neste pão da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　子羊を　その御手に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十字架の贖いが刻まれた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nós bebemos de Seu sacrifício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Como um sinal de nossos laços de paz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主イエスあなたを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たたえよう　聖なる御名に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À volta da mesa do 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 corpo do nosso Salvador Jesus Cristo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　イエス、勝利は永遠に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あなたのもの   (Build 4 then drop)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Rasgado por nós - come e recorda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O sangue que foi derramado por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わたしたちのために裂かれた - 食べて思い出しなさい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わたしたちのために流された血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Beba e lembre que Ele nos amou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E enquanto nos reunimos ao redor da mesa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飲みなさい、そして彼がわたしたちを愛したことを思い出しなさい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そしてわたしたちがテーブルの周りに集まるとき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Lembremos e acreditemos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ressuscitou, o ressuscitou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思い出し、そして信じましょう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彼は復活された、彼は復活された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見よ　子羊を　その御手に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Miyo kohi-tsuji wo sono mite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十字架の贖いが刻まれた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jyujika no-- aganai ga kizamareta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Encontram perdão na cruz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Então nós compartilhamos neste pão da vida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主イエスあなたを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(anata)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たたえよう　聖なる御名に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tataeyo-- seinaru mina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nós bebemos de Seu sacrifício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um sinal de nossos laços de paz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　イエス、勝利は永遠に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hallelujah     iesu sho-ri wa towa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あなたのもの   (Build 4 then drop)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mono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À volta da mesa do 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corpo do nosso Salvador Jesus Cristo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 o aclamaremos quando Ele vier novamente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 o aclamaremos quando Ele vier novamente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そして彼が再び来るときわたしたちは彼を称えます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そして彼が再び来るときわたしたちは彼を称えます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 o aclamaremos quando Ele vier novamente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 o aclamaremos quando Ele vier novamente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そして彼が再び来るときわたしたちは彼を称えます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そして彼が再び来るときわたしたちは彼を称えます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Encontram perdão na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Então nós compartilhamos neste pão da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見よ　子羊を　その御手に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十字架の贖いが刻まれた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nós bebemos de Seu sacrifício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Como um sinal de nossos laços de paz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主イエスあなたを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たたえよう　聖なる御名に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À volta da mesa do 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 corpo do nosso Salvador Jesus Cristo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　イエス、勝利は永遠に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あなたのもの   (Build 4 then drop)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Rasgado por nós - come e recorda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O sangue que foi derramado por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わたしたちのために裂かれた - 食べて思い出しなさい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わたしたちのために流された血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