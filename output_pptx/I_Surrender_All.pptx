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わたしの    すべてを　 おささげ 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watashino subete wo osasage shimasu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日々主を     愛して　   お委ね 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hibi shu wo aishite oyudaneshimasu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 ために　   ささげます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shuno tameni  sasagemasu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Em Sua presença, hei de viver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わたしの   すべて を  ささげます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watashino subete wo sasagemasu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Tudo eu entrego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40" b="1" i="0">
                <a:solidFill>
                  <a:srgbClr val="FFFFFF"/>
                </a:solidFill>
                <a:latin typeface="Arial"/>
              </a:rPr>
              <a:t>救い に　よる   よろこび     罪　　と　死　に　勝ち  　　神　に　栄光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25" b="0" i="1">
                <a:solidFill>
                  <a:srgbClr val="B4B4B4"/>
                </a:solidFill>
                <a:latin typeface="Arial"/>
              </a:rPr>
              <a:t>sukui ni yoru yorokobi   tsumi to shi ni kachi   kami ni eikou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Tudo a Jesus, eu me rendo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40" b="1" i="0">
                <a:solidFill>
                  <a:srgbClr val="FFFFFF"/>
                </a:solidFill>
                <a:latin typeface="Arial"/>
              </a:rPr>
              <a:t>救い に　よる   よろこび     罪　　と　死　に　勝ち  　　神　に　栄光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25" b="0" i="1">
                <a:solidFill>
                  <a:srgbClr val="B4B4B4"/>
                </a:solidFill>
                <a:latin typeface="Arial"/>
              </a:rPr>
              <a:t>sukui ni yoru yorokobi   tsumi to shi ni kachi   kami ni eikou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Humildemente a Seus pés me curvo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 ために　   ささげます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shuno tameni  sasagemasu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Em Sua presença, hei de viver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わたしの   すべて を  ささげます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watashino subete wo sasagemasu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Tudo eu entrego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