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きよし この夜 星はひかり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kiyoshi kono yoru  hoshi wa hikari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救いの御子は まぶねのなかに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sukui no miko wa mabune no naka 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Dorme em paz, ó, Jesus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Dorme em paz, ó,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眠りたもう いとやすく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nemuritamou ito yasuku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Noite feliz, noite feliz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Dorme em paz, ó,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Dorme em paz, ó, Jesus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Noite feliz, noite feliz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Ó, Jesus, Deus da luz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Quão afável é teu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quiseste nascer nosso irmão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