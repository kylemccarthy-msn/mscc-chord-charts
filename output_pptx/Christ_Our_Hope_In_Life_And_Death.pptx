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Nossa esperança na vida e na morte?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é!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é!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Cristo conosco, Cristo antes de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Cristo atrás de nós e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Cristo acima de nós, Cristo em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Nossa esperança na vida e na morte?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