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Cristo conosco, Cristo antes de nós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Cristo atrás de nós e por nós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私たちと共にいるキリスト、私たちの前にいるキリスト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私たちの後ろにいるキリスト、私たちのためにいるキリスト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Cristo acima de nós, Cristo em nós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Nossa esperança na vida e na morte?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私たちの上にいるキリスト、私たちの中にいるキリスト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人生と死の中での私たちの希望は？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Cristo é!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Cristo conosco, Cristo antes de nós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キリストです！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私たちと共にいるキリスト、私たちの前にいるキリスト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Cristo atrás de nós e por nós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Cristo acima de nós, Cristo em nós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私たちの後ろにいるキリスト、私たちのためにいるキリスト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私たちの上にいるキリスト、私たちの中にいるキリスト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Cristo é!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Cristo conosco, Cristo antes de nós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キリストです！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私たちと共にいるキリスト、私たちの前にいるキリスト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Cristo atrás de nós e por nós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500" b="1" i="0">
                <a:solidFill>
                  <a:srgbClr val="FFFFFF"/>
                </a:solidFill>
                <a:latin typeface="Arial"/>
              </a:rPr>
              <a:t>Cristo acima de nós, Cristo em nós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私たちの後ろにいるキリスト、私たちのためにいるキリスト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私たちの上にいるキリスト、私たちの中にいるキリスト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300" b="1" i="0">
                <a:solidFill>
                  <a:srgbClr val="FFFFFF"/>
                </a:solidFill>
                <a:latin typeface="Arial"/>
              </a:rPr>
              <a:t>Nossa esperança na vida e na morte?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8450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人生と死の中での私たちの希望は？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