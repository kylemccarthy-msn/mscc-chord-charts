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Hoje é o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Aqui vamos nós!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Hoje é o dia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Aqui vamos nós!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Estou lançando minhas preocupações de 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Estou deixando meu passado para trás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60" b="1" i="0">
                <a:solidFill>
                  <a:srgbClr val="FFFFFF"/>
                </a:solidFill>
                <a:latin typeface="Arial"/>
              </a:rPr>
              <a:t>Eu estou colocando meu coração e mente em você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