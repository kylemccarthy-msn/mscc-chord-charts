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Hoje é o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Aqui vamos nós!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Hoje é o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Aqui vamos nós!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Estou lançando minhas preocupações de 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Estou deixando meu passado para trás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Eu estou colocando meu coração e mente em você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