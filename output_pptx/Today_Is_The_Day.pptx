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Hoje é 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Aqui vamos nós!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今日はその日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ここへ行こう！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Hoje é 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Aqui vamos nós!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今日はその日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ここへ行こう！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Estou lançando minhas preocupações de 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Estou deixando meu passado para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私は心配を脇に置く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私は過去を後ろに残している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Eu estou colocando meu coração e mente em você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私は心と心をあなたに捧げている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