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全てのもの    作られた主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subete no mono      tsukurareta shu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天に住まわれる主　栄光あなたに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ten ni sumawareru shu  eiko anata 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銀河より偉大な神-    くすしい-主よ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ginga yori idai na kami  kusushii syu Yo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>Deus das maravilhas além da nossa galáxia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宇宙は-御わざ示す　聖なる-主よ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uchyuu wa miwaza shimesu  seinaru shu yo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>Tu és Santo, Santo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68376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天と地との主　天と地との主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340614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ten to chi to no shu  ten to chi to no shu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82676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>O universo declara a Tua majestade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朝早くに   光をいわう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asa hayaku ni hikari wo iwau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闇の中通っても　夜に御名を呼ぶ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90" b="0" i="1">
                <a:solidFill>
                  <a:srgbClr val="B4B4B4"/>
                </a:solidFill>
                <a:latin typeface="Arial"/>
              </a:rPr>
              <a:t>yami no naka kayottemo  yoru ni mina wo yobu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銀河より偉大な神-    くすしい-主よ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ginga yori idai na kami  kusushii syu Yo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>Deus das maravilhas além da nossa galáxia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宇宙は-御わざ示す　聖なる-主よ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uchyuu wa miwaza shimesu  seinaru shu yo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>Tu és Santo, Santo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68376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天と地との主　天と地との主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340614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ten to chi to no shu  ten to chi to no shu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82676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>O universo declara a Tua majestade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Deus das Maravilhas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Da terra, da água e do céu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94076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Glória a Deus nas alturas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3616452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34" b="1" i="0">
                <a:solidFill>
                  <a:srgbClr val="FFFFFF"/>
                </a:solidFill>
                <a:latin typeface="Arial"/>
              </a:rPr>
              <a:t>Deus das maravilhas além da nossa galáxia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>銀河より偉大な神-    くすしい-主よ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Tu és Santo, Santo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>宇宙は-御わざ示す　聖なる-主よ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94076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141" b="1" i="0">
                <a:solidFill>
                  <a:srgbClr val="FFFFFF"/>
                </a:solidFill>
                <a:latin typeface="Arial"/>
              </a:rPr>
              <a:t>O universo declara a Tua majestade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3616452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>天と地との主　天と地との主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