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全てのもの    作られた主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no mono      tsukurareta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天に住まわれる主　栄光あなたに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 ni sumawareru shu  eiko anata 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銀河より偉大な神-    くすしい-主よ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ginga yori idai na kami  kusushii syu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宇宙は-御わざ示す　聖なる-主よ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uchyuu wa miwaza shimesu  seinaru shu 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das maravilhas além da nossa galáxia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Santo, Santo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天と地との主　天と地との主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 to chi to no shu  ten to chi to 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universo declara a Tua majestade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朝早くに   光をいわう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asa hayaku ni hikari wo iwau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闇の中通っても　夜に御名を呼ぶ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yami no naka kayottemo  yoru ni mina wo yobu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銀河より偉大な神-    くすしい-主よ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ginga yori idai na kami  kusushii syu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宇宙は-御わざ示す　聖なる-主よ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uchyuu wa miwaza shimesu  seinaru shu 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das maravilhas além da nossa galáxia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Santo, Santo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天と地との主　天と地との主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 to chi to no shu  ten to chi to 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universo declara a Tua majestade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das Maravilhas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Da terra, da água e do céu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 Deus nas alturas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Deus das maravilhas além da nossa galáxia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Santo,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銀河より偉大な神-    くすしい-主よ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宇宙は-御わざ示す　聖なる-主よ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O universo declara a Tua majestade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天と地との主　天と地との主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