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Venha, tão esperado Jesus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Nascido para libertar o Teu povo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De nossos medos e pecados nos liberta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Deixa-nos encontrar nosso descanso em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Esperança de toda a terra Tu 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Caro desejo de toda nação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Alegria de cada coração anelante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Nascido Teu povo para libertar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インマヌエル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Inmanueru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Levanta-nos ao Teu glorioso trono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救いを　もたらす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sukui wo motarasu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Levanta-nos ao Teu glorioso trono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Reina no peito de cada homem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Pelo Teu próprio Espírito eterno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Reina em nossos corações sozinho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Por Teu suficiente mérito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Levanta-nos ao Teu glorioso trono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インマヌエル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Levanta-nos ao Teu glorioso trono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救いを　もたらす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Levanta-nos ao Teu glorioso trono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インマヌエル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Levanta-nos ao Teu glorioso trono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救いを　もたらす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