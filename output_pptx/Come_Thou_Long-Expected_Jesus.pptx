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Venha, tão esperado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Nascido para libertar o Teu povo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待ち望まれていたイエスよ、来てください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あなたの民を解放するために生まれた方よ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De nossos medos e pecados nos liberta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Deixa-nos encontrar nosso descanso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私たちを恐れと罪から救い出してください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あなたの中に私たちの安息を見出させてください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Esperança de toda a terra 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Caro desejo de toda 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あなたは全地の希望です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すべての国の最愛なる願いよ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Alegria de cada coração anelante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Nascido Teu povo para libertar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切望するすべての心の喜びよ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あなたの民を解放するために生まれた方よ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インマヌエル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Inmanueru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救いを　もたらす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wo motarasu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Levanta-nos ao Teu glorioso trono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Reina no peito de cada homem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Pelo Teu próprio Espírito eterno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すべての人の心の中で統治してください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あなたの永遠の聖霊によって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Reina em nossos corações sozinho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Teu suficiente mérito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あなたのみが私たちの心に統治してください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あなたの十分なる価値によって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インマヌエル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救いを　もたらす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Levanta-nos ao Teu glorioso trono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インマヌエル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救いを　もたらす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