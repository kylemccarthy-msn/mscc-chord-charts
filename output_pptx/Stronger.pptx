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愛がここにある    背負う罪十字架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ai ga koko ni aru  seou tsumi jyuujika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あなたは  勝利し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anata wa shourishi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68376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再びよみがえる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40614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futatabi yomigaeru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82676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真実いつでも         嵐も火も超え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shinjitsu itsudemo arashi mo hi mo koe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自由をくれる    イエスが  生きてる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jiyuu wo kureru   iesu ga ikiteru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あなたの強さが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anata no tsuyosa 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罪砕き  救った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tsumi kudaki sukuuta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よみがえる力は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yomigaeru chikara wa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イエス  救いの主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iesu sukui no shu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永遠のあなた    希望と 守 - 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eien no anata   kibou to mamori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たましい救うため      背負った  十字架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tamashii sukuutame  seoutta jyuujika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あなたの強さが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anata no tsuyosa 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罪砕き  救った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tsumi kudaki sukuuta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よみがえる力は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yomigaeru chikara wa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イエス  救いの主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iesu sukui no shu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あなたの高く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anata no mina takaku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Que veio para nós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かかげよう      より高 - 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kakageyou      yori takaku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Humilhado por uma cruz de pecados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68376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(繰り返し)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40614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( kurikaeshi 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82676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Fiel, ninguém pode negar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Que veio para nós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あなたの高く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66" b="1" i="0">
                <a:solidFill>
                  <a:srgbClr val="FFFFFF"/>
                </a:solidFill>
                <a:latin typeface="Arial"/>
              </a:rPr>
              <a:t>Humilhado por uma cruz de pecados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かかげよう      より高 - 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Fiel, ninguém pode negar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(繰り返し)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Através da tempestade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 através do fogo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Há a verdade que me torna livre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Jesus Cristo, que vive em mim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Você é mais forte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