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Somente em Cristo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Somente em Cristo minha esperança está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わたしの  のぞみは 主イェスだけにある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ゆるがぬ  いしずえ まことの  光よ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Ele é minha luz, minha força, minha canção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Esta pedra angular, esta terra firme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その たかきあいと とこし えのへいわ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まことの   なぐさめ 全ての    すべてよ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Firme através da mais feroz seca ou tempestade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Que alturas de amor, que profundezas de paz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どんな激しい干ばつや嵐の中でも堅く立つ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愛の高さ、平安の深さよ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Quando medos se acalmam, quando esforços cessam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Consolador, meu Tudo em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恐れが静まり、努力が終わるとき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わが慰め主よ、すべてにおいてわが全て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わたしの  のぞみは 主イェスだけにある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watashino nozomiwa    shu yesuda keni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ゆるがぬ  いしずえ まことの  光よ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yuruganu ishizue          ma kotono hika riyo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Somente em Cristo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Somente em Cristo minha esperança está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 たかきあいと とこし えのへいわ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 taka kiaito       tokoshie   nohei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まことの   なぐさめ 全ての    すべてよ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makotono  nagusame    su beteno sube teyo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Ele é minha luz, minha força, minha canção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Esta pedra angular, esta terra firme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Aqui no amor de Cristo eu permaneço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Somente em Cristo, que assumiu a carne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この世に 来られた 神の   ひとり子は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めぐみと  まことに 満ちておられる主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Plenitude de Deus em indefeso bebê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Este dom de amor e de justiça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十字架のくるしみ      御神のいかりを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その身に負われて人を救われた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Desprezado por aqueles que veio salvar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Até na cruz, como Jesus morreu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救いに来た者に軽蔑されて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十字架の上でイエスが死んだように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ira de Deus foi satisfeita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Por cada pecado sobre Ele foi lançado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神の怒りは満たされた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すべての罪がイエスの上に置かれた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この世に 来られた 神の   ひとり子は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yoni korareta       ka minohi tori gowa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めぐみと  まことに 満ちておられる主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megu mito makotoni    mi chiteo rare rushu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Aqui no amor de Cristo eu permaneço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Somente em Cristo, que assumiu a carne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十字架のくるしみ      御神のいかりを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jujikano    kurushimi     mikamino ikario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その身に負われて人を救われた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sonomini owarete       hi toosu kuwa 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Plenitude de Deus em indefeso bebê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Este dom de amor e de justiça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Ali no chão Seu corpo jazia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A luz do mundo, pela escuridão, morta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やみ世に さまよう世界を照らして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かがやく  えいこう イェスのよみがえり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Então irrompendo em glorioso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 sepultura Ele ressurgiu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主イェスの勝利に      死のとげ  おられて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とうとい血潮は私を  あがなう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como Ele está na vitória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 maldição do pecado perdeu o poder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そしてイエスが勝利の中にあるように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罪の呪いは力を失った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Porque eu sou Dele e Ele é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Comprado com o precioso sangue de Cristo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わたしは主のもの、主はわたしのもの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キリストの尊い血で買われた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やみ世に さまよう世界を照らして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yamiyoni samayou       se kaio tera shite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かがやく  えいこう イェスのよみがえり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kagayaku eikou             ye sunoyo miga 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Ali no chão Seu corpo jazia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luz do mundo, pela escuridão, morta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主イェスの勝利に      死のとげ  おられて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shuyesuno shoorini           shino toge orarete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とうとい血潮は私を  あがなう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tootoi     chishiowa      wa tasio aga nau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Então irrompendo em glorioso 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Da sepultura Ele ressurgiu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Este é o poder de Cristo em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Do primeiro choro ao último suspiro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死と罪       の恐れ もはや消え去った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我がうち  に住まう 主イエスの 力で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comanda meu destino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Nenhum poder do inferno, nenhum plano do homem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我が息 我が道       御手に  いだかれて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御国に   いるまで 主の力に立つ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Pode jamais me arrancar de Suas mãos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Até Ele voltar ou me chamar para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決してその手からわたしを奪うことはできない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主が帰ってくるか、わたしを家に召すまで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Aqui no poder de Cristo vou permanecer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Este é o poder de Cristo em mim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ここでキリストの力に留まる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これはわたしの内のキリストの力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死と罪       の恐れ もはや消え去った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shito tsumi noosore         mo hayaki esa 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我がうち  に住まう 主イエスの 力で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waga uchi nisumau       shu yesuno chika 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Este é o poder de Cristo em mim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Do primeiro choro ao último suspiro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我が息 我が道       御手に  いだかれて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 gaiki    wa gamichi   mitenii dakarete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御国に   いるまで 主の力に立つ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miku nini irumade       shu nochika rani tatsu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comanda meu destino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Nenhum poder do inferno, nenhum plano do homem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力も         希望も      助けも     主イエスに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Chikaramo kiboumo tasukemo shu yesuni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闇夜に    確かな     平安   主イエスに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yamiyoni tashikana heian shu yesuni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Força, esperança e ajuda em Jesus, o Senhor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Na escuridão da noite, paz certa em Jesus, o Senhor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命を       賛美を   全てを     ささげる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inochio  sambio  subeteo   sa sageru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王の王 宇宙の     全てが   讃える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o-no-o uchuuno subetega ta taeru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Entregar a vida, o louvor,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Rei dos reis, todo o universo o louva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讃える     讃える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tataeru           tataeru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Louvar, louvar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