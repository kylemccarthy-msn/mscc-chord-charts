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Eu entreguei minha vida aos teus cuidados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Eu aprendi o que significa obedecer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アブラハムの神貴方は約束を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守られることは既に明された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Jesus, meu coração foi mudado por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Estou andando no caminho que Tu fizestes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Eu não conseguiria fugir mesmo que eu quizesse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約束を守られる神であると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Porque Teu amor é melhor que a própria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o sol brilha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ele não vai se pôr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Pois teu amor é a luz que ilumina os meus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貴方は忠実な主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私に忠実な主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Sua alegria me prende e eu não posso esquecê-la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貴方は忠実な主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não posso esquecê-la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アブラハムの神貴方は約束を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aburahamu no kami anata wa yakusoku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守られることは既に明された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mamorareru koto wa sude ni akasareta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entreguei minha vida aos teus cuidados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aprendi o que significa obedecer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kaze no naka arashi de mo shinjimasu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約束を守られる神であると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yakusoku wo mamorareru kami dearu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não conseguiria fugir mesmo que eu quizesse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貴方は忠実な主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chujitsuna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私に忠実な主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ni chujitsuna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ele não vai se pôr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teu amor é a luz que ilumina os meus passos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 kara ban made shu wo tataemasu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貴方は忠実な主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chujitsu na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 alegria me prende e eu não posso esquecê-la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主の言葉は  変わらない何があっても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kotoba wa kawaranai nani ga atte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主の力は. 明かされた裏切られない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chikara wa akasareta uragirarenai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entreguei minha vida aos teus cuidados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aprendi o que significa obedecer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Estou seguindo a verdade todos os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Eu não conseguiria fugir mesmo que eu quizesse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風の中嵐でも信じます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約束を守られる神であると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Porque Teu amor é melhor que a própria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o sol brilha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ele não vai se pôr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Pois teu amor é a luz que ilumina os meus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貴方は忠実な主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私に忠実な主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Meu coração se maravilha dia após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Sua alegria me prende e eu não posso esquecê-la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朝から晩まで主を讃えます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貴方は忠実な主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não posso esquecê-la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