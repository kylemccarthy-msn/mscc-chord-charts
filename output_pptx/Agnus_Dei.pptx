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Agnus Dei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Aleluia, Aleluia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Pois o Senhor Deus Todo-Poderoso reina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Aleluia, Aleluia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Pois o Senhor Deus Todo-Poderoso reina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Aleluia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28" b="1" i="0">
                <a:solidFill>
                  <a:srgbClr val="FFFFFF"/>
                </a:solidFill>
                <a:latin typeface="Arial"/>
              </a:rPr>
              <a:t>Santo, Santo és Tu, Senhor Deus Todo-Poderoso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Digno é o Cordeiro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Digno é o Cordeiro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60" b="1" i="0">
                <a:solidFill>
                  <a:srgbClr val="FFFFFF"/>
                </a:solidFill>
                <a:latin typeface="Arial"/>
              </a:rPr>
              <a:t>Tu és Santo, Santo és Tu, Senhor Deus Todo-Poderoso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Digno é o Cordeiro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 - ル - ヤ,　ハレ - ル - 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hare - ru - ya hare - ru - 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ぜんのう の　おうなるしゅ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zennou no ounarushu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 - ル - 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hare - ru - 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せい なる　 せいなる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sei naru  sei naru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ぜんのう  のわがかみ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zennou  no waga kami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こひつじに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kohitsuji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ほまれあれ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homare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あなたは　 せいなる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wa  sei naru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ぜんのう  のわがかみ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zennou  no waga kami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こひつじに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kohitsuji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ほまれあれ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homare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せい なる　 せいなる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sei naru  sei naru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ぜんのう  のわがかみ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zennou  no waga kami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こひつじに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kohitsuji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ほまれあれ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homare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あなたは　 せいなる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wa  sei naru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ぜんのう  のわがかみ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zennou  no waga kami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こひつじに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kohitsuji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ほまれあれ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homare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ア　ー　メン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