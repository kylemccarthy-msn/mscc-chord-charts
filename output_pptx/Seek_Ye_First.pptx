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Buscai Primeiro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Buscai primeiro o reino de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まず第一に求めよ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まず神の国を求めよ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 Sua justiça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todas estas coisas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そして神の義を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そうすれば、これらのもの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神の国と神の義を　まず求めなさい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no kuni to kami no gi wo mazu motomenasai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そうすればみな与えられる　ハレル　ハレルヤ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Sousureba mina ataerareru hareru hareruya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Buscai Primeiro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Buscai primeiro o reino de Deus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Serão acrescentadas a vós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Aleluia, Aleluia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すべてあなたがたに加えられるであろう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アレルヤ、アレルヤ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Pedi e ser-vos-á 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Buscai e achareis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求めよ、そうすれば与えられん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求めよ、そうすれば見出さん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