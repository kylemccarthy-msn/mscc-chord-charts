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Buscai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Buscai primeiro o reino de Deus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Sua justiça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todas estas coisas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神の国と神の義を　まず求めなさい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kuni to kami no gi wo mazu motomenasai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そうすればみな与えられる　ハレル　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Sousureba mina ataerareru hareru hareruya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Buscai Primeiro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Buscai primeiro o reino de Deus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Serão acrescentadas a vós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Pedi e ser-vos-á dado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Buscai e achareis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