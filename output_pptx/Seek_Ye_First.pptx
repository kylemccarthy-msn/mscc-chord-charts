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Buscai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Buscai primeiro o reino de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 Sua justiça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todas estas coisas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神の国と神の義を　まず求めなさい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91" b="0" i="1">
                <a:solidFill>
                  <a:srgbClr val="B4B4B4"/>
                </a:solidFill>
                <a:latin typeface="Arial"/>
              </a:rPr>
              <a:t>Kami no kuni to kami no gi wo mazu motomenasai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そうすればみな与えられる　ハレル　ハレルヤ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Sousureba mina ataerareru hareru hareruya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Serão acrescentadas a vós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Aleluia, Aleluia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Pedi e ser-vos-á dado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Buscai e achareis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