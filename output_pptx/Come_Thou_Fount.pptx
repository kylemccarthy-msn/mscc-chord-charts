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恵みの     いずみよ  わが神    イェスよ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no izumiyo  waga kami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渇ける    こころを   うるおしたまえ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kawakeru kokoro wo  uruoshitamae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Rios de Tua graça fluem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eu preciso mais de 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天に ひびく 歌を  おしえた  ま-え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ni hibiku uta wo  oshieta   ma-e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あがないのあいを　たたえる歌を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aganai no ai wo    tataeru uta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Ensina-me canções de louvor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os anjos entoam em Teu reino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Rios de Tua graça fluem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eu preciso mais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恵みの     いずみよ  わが神    イェスよ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渇ける    こころを   うるおしたまえ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Ensina-me canções de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os anjos entoam em Teu reino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天に ひびく 歌を  おしえた  ま-え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あがないのあいを　たたえる歌を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Sou do Senhor!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agora me conduziste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Tua graça ainda me guia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いのちの 牧者よ　       わが神    イェスよ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no bokusha yo  waga kami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恵みで        御くにへ   みちびき  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de mikuni he  michibiki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 que seja eu restituído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laço do Teu amor tão pleno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さまよう ひつじを　主イェスは さがし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samayou hitsuji wo shu iesu wa sagashi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十字架の血により あがないたもう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no chi ni yori aganai tamou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Permite que a Tua graça diga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conheci outra criatura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 que seja eu restituído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laço do Teu amor tão pleno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いのちの 牧者よ　       わが神    イェスよ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恵みで        御くにへ   みちびき  たまえ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Permite que a Tua graça diga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conheci outra criatura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さまよう ひつじを　主イェスは さがし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十字架の血により あがないたもう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Propenso a me desviar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Senhor, eu sinto isso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Propenso a abandonar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Deus que amo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日々主の   恵みに　    生かされ  あゆむ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Hibi shu no megumi ni ikasare ayumu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結びつ      けたもう 揺らぐこ  ころを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Musubitsu ketamou yuraguko koro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Sela-o com Teu amor eterno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愛する 我が主よ　こころを とらえ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Aisuru waga shu Yo kokoro wo torae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あめなる御くにに みちびきたまえ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amenaru mikuni ni michibiki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Sela-o com Teu amor eterno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日々主の   恵みに　    生かされ  あゆむ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結びつ      けたもう 揺らぐこ  ころを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愛する 我が主よ　こころを とらえ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あめなる御くにに みちびきたまえ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