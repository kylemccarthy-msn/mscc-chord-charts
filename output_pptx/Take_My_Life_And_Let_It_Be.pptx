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私の命　主に捧げます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inochi omoni sasage 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Entrego minha vida ao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ただ主の愛に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tada omono ai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Apenas no amor do Senhor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満たしてください、満たしてください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mita shitekudasai , mita shitekudasai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Preencha-me, preencha-me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私の手足　主にならいます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teashi omoni naraimasu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Sigo os passos do Senhor com mãos e pés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この声はただ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koe hatada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Esta voz é somente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主をたたえます　主をたたえます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wotataemasu shu wotataemasu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Louvo o Senhor, louvo o Senhor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私の口は　主を伝えます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kuchi ha shu wo tsutae 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boca proclama o Senhor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すべての富は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subeteno tomi 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Toda riqueza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ただ主のために　ただ主のために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tada omono tameni tada omono tameni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Apenas para o Senhor, apenas para o Senhor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私の意志を　主にゆだねます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ishi wo omoni yudanemasu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Entrego minha vontade ao Senhor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心をすべて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wosubete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Todo meu coração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おさめてください　おさめてください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osametekudasai osametekudasai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Tome, tome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私の愛を　         主に注ぎます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ai wo omoni sosogi 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Derramarei meu amor no Senhor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主のみかたちに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omono mikatachini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À imagem do Senhor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おつくりください　　おつくりください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otsukurikudasai otsukurikudasai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Faça-me, faça-me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