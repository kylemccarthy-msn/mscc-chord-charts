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私の命　主に捧げます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inochi omoni sasage masu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ただ主の愛に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omono ai 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満たしてください、満たしてください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mita shitekudasai , mita shitekudasai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私の手足　主にならいます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teashi omoni naraimasu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この声はただ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koe hatada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主をたたえます　主をたたえます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wotataemasu shu wotataemasu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私の口は　主を伝えます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kuchi ha shu wo tsutae masu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すべての富は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subeteno tomi 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ただ主のために　ただ主のために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omono tameni tada omono tameni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私の意志を　主にゆだねます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ishi wo omoni yudanemasu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心をすべて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wosubete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おさめてください　おさめてください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osametekudasai osametekudasai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私の愛を　         主に注ぎます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ai wo omoni sosogi masu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主のみかたちに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omono mikatachini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おつくりください　　おつくりください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otsukurikudasai otsukurikudasai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