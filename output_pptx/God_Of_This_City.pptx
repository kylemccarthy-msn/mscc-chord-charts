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Deus Desta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Deus desta cidade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Rei destas pessoas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Senhor desta nação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a luz na escuridão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Tu és a esperança aos desesperados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a paz para o inquieto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a luz na escuridão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Tu és a esperança aos desesperados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E grandes coisas ainda serão feitas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Nesta cidade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Deus desta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Rei destas pessoas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a paz para o inquieto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E grandes coisas ainda serão feitas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Nós cremos!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Nós cremos em Ti,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33" b="1" i="0">
                <a:solidFill>
                  <a:srgbClr val="FFFFFF"/>
                </a:solidFill>
                <a:latin typeface="Arial"/>
              </a:rPr>
              <a:t>E grandes coisas ainda serão feitas nesta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E grandes coisas ainda serão feitas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Nesta cidade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Deus desta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Rei destas pessoas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a paz para o inquieto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E grandes coisas ainda serão feitas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Nós cremos!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Nós cremos em Ti,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33" b="1" i="0">
                <a:solidFill>
                  <a:srgbClr val="FFFFFF"/>
                </a:solidFill>
                <a:latin typeface="Arial"/>
              </a:rPr>
              <a:t>E grandes coisas ainda serão feitas nesta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主はこの街の      人々の王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wa kono machi no  hitobito no 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全ての神       主は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subete no kami  shu 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ぜつぼうの中に      希望を与える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zetsubou no naka ni kibou wo ataeru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この世の光      主は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kono yo no hikari  shu 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あなたの他に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no hokani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偉大な  神はない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idaina kami wa 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主の素晴らしい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no subarashii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御わざと奇跡がこの街に    (繰り返し)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miwaza to kiseki ga kono machi 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主の素晴らしい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no subarashii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御わざと奇跡はここに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miwaza to kiseki wa koko 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a luz na escuridão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Tu és a esperança aos desesperados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E grandes coisas ainda serão feitas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Nesta cidade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Deus desta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Rei destas pessoas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a paz para o inquieto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E grandes coisas ainda serão feitas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Nós cremos!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Nós cremos em Ti,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33" b="1" i="0">
                <a:solidFill>
                  <a:srgbClr val="FFFFFF"/>
                </a:solidFill>
                <a:latin typeface="Arial"/>
              </a:rPr>
              <a:t>E grandes coisas ainda serão feitas nesta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E grandes coisas ainda serão feitas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Nesta cidade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Deus desta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Rei destas pessoas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a paz para o inquieto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E grandes coisas ainda serão feitas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Nós cremos!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Nós cremos em Ti,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33" b="1" i="0">
                <a:solidFill>
                  <a:srgbClr val="FFFFFF"/>
                </a:solidFill>
                <a:latin typeface="Arial"/>
              </a:rPr>
              <a:t>E grandes coisas ainda serão feitas nesta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E grandes coisas ainda serão feitas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Nesta cidade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Deus desta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Rei destas pessoas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a paz para o inquieto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E grandes coisas ainda serão feitas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Nós cremos!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Nós cremos em Ti,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33" b="1" i="0">
                <a:solidFill>
                  <a:srgbClr val="FFFFFF"/>
                </a:solidFill>
                <a:latin typeface="Arial"/>
              </a:rPr>
              <a:t>E grandes coisas ainda serão feitas nesta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E grandes coisas ainda serão feitas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Nesta cidade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Deus desta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o Rei destas pessoas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 a paz para o inquieto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Não há ninguém como o nosso Deus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22" b="1" i="0">
                <a:solidFill>
                  <a:srgbClr val="FFFFFF"/>
                </a:solidFill>
                <a:latin typeface="Arial"/>
              </a:rPr>
              <a:t>E grandes coisas ainda serão feitas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Nós cremos!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Nós cremos em Ti,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Coisas maiores ainda estão por vir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33" b="1" i="0">
                <a:solidFill>
                  <a:srgbClr val="FFFFFF"/>
                </a:solidFill>
                <a:latin typeface="Arial"/>
              </a:rPr>
              <a:t>E grandes coisas ainda serão feitas nesta 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