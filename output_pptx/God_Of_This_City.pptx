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この都市の神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あなたはこの都市の神です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Senhor desta 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あなたはこの民の王です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あなたはこの国の主です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luz na escuridão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あなたは暗闇の光です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Tu és a esperança aos desesperados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あなたは絶望した者たちの希望です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あなたは不安な者たちの平和です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luz na escuridão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Tu és a esperança aos desesperados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あなたは暗闇の光です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あなたは絶望した者たちの希望です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あなたはこの都市の神です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あなたはこの民の王です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あなたは不安な者たちの平和です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私たちは信じます！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私たちはあなたを信じます、神よ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あなたはこの都市の神です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あなたはこの民の王です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あなたは不安な者たちの平和です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あなたです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私たちは信じます！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私たちはあなたを信じます、神よ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主はこの街の      人々の王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wa kono machi no  hitobito no 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全ての神       主は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 no kami  shu 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Desta Cidade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o Deus desta cidade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ぜつぼうの中に      希望を与える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zetsubou no naka ni kibou wo ataeru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この世の光      主は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yo no hikari  shu 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Desta Cidade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 o Deus desta cidade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あなたの他に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no hokani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偉大な  神はない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idaina kami wa 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há ninguém como o nosso Deus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主の素晴らしい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subarashii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御わざと奇跡がこの街に    (繰り返し)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miwaza to kiseki ga kono machi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主の素晴らしい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subarashii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御わざと奇跡はここに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miwaza to kiseki wa koko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Coisas maiores ainda estão por vir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luz na escuridão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Tu és a esperança aos desesperados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あなたは暗闇の光です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あなたは絶望した者たちの希望です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あなたはこの都市の神です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あなたはこの民の王です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あなたは不安な者たちの平和です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あなたです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私たちは信じます！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私たちはあなたを信じます、神よ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あなたはこの都市の神です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あなたはこの民の王です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あなたは不安な者たちの平和です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あなたです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私たちは信じます！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私たちはあなたを信じます、神よ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あなたはこの都市の神です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あなたはこの民の王です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あなたは不安な者たちの平和です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あなたです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私たちは信じます！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私たちはあなたを信じます、神よ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Deus desta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o Rei destas pessoas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あなたはこの都市の神です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あなたはこの民の王です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 a paz para o inquieto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あなたは不安な者たちの平和です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あなたです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há ninguém como o nosso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私たちの神のようなお方はいません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E grandes coisas ainda serão feitas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この都市で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私たちは信じます！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Nós cremos em Ti,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Coisas maiores ainda estão por vir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私たちはあなたを信じます、神よ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さらに大いなる事柄がまだ来ようとしています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Arial"/>
              </a:rPr>
              <a:t>E grandes coisas ainda serão feitas nesta cidade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そして大いなる事柄がまだこの都市で成し遂げられるでしょう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