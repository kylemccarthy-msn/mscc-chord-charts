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Senhor desta nação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主はこの街の      人々の王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kono machi no  hitobito no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全ての神       主は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kami  shu 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Desta 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o Deus desta cidade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ぜつぼうの中に      希望を与える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zetsubou no naka ni kibou wo 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この世の光      主は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 no hikari  shu 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Desta 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o Deus desta cidade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あなたの他に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hokani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偉大な  神はない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idaina kami wa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主の素晴らしい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subarashii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御わざと奇跡がこの街に    (繰り返し)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miwaza to kiseki ga kono machi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主の素晴らしい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subarashii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御わざと奇跡はここに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miwaza to kiseki wa koko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