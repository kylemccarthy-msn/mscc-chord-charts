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壊れて散った破片 あわれみでつながる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kowarete chitta hahen awaremi de tsunagaru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あなたは見捨てない 自由をもらった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misutenai jiyuu wo moratta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por Sua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Refeito sou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驚くばかりの恵みなりき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oodoroku bakari no megumi nariki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この身の汚れを知れる我に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mi no kegare wo shireru ware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今あなたが   その瞳の愛が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anata ga sono hitomi no ai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十字架が    心を捕らえた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jyuujika ga Kokoro wo toraeta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Sublime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Doce o som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por Sua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Refeito 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しかし、御恵みにより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私は新しくされた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 nada em troca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Fui resgatado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何ももらわず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私は救われた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 libertou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 libertou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私を解放してくださった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私を解放してくださった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Sublime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Doce o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尊い恵み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その音は甘く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Fui cego 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Posso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私は盲目でしたが、今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見ることができます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Perdido e me encontrou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Mesmo com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迷っていた私を見つけてくださった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欠けがあっても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驚くばかりの恵みなりき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oodoroku bakari no megumi nariki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この身の汚れを知れる我に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mi no kegare wo shireru ware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tesouro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mim está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あなたの宝は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私の中にあります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vida entrego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Serei Teu vaso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私の人生をあなたに捧げます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あなたの器となります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poder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Sublime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尊い恵み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Doce o som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salva o pecador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その音は甘く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罪人を救う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