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壊れて散った破片 あわれみでつながる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kowarete chitta hahen awaremi de tsunagaru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あなたは見捨てない 自由をもらった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anata wa misutenai jiyuu wo moratta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Mas por Sua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Refeito sou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驚くばかりの恵みなりき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oodoroku bakari no megumi nariki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この身の汚れを知れる我に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mi no kegare wo shireru ware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今あなたが   その瞳の愛が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ima anata ga sono hitomi no ai 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十字架が    心を捕らえた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jyuujika ga Kokoro wo toraeta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Sublime graça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Doce o som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Mas por Sua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Refeito sou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Sem nada em troca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Fui resgatado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 libertou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 libertou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Sublime graça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Doce o som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Fui cego e agora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Posso ver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Perdido e me encontrou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Mesmo com falhas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驚くばかりの恵みなりき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oodoroku bakari no megumi nariki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この身の汚れを知れる我に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kono mi no kegare wo shireru ware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Me libertou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tesouro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mim está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vida entrego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Serei Teu vaso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Teu poder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Sublime graça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Doce o som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salva o pecador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