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Isto Eu Creio (O Credo)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Nosso Pai eterno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Criador de 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Todo-Poderoso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Através de Seu Espírito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Concebeu Cristo, o Filho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Jesus, nosso Salvador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Deus, nosso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Cristo, o Filho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no Espírito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Nosso Deus é três em 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na ressurreição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haveremos de ressurgir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perdão está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Desceu às profundezas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Ressurgiu em gloriosa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Sempre assentado no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retornará para reinar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Deus, nosso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Cristo, o Filho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no Espírito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裁 きと守 護 の 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Sabakitoshugono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私の    ため  に  十 字 架 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Watashino tame ni  Jyuujika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暗 闇 に     降っても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Kurayamini kudattemo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命 吹 き 返した     いと高き 主よ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inochi fuki kae shita  Ito takaki shuyo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父なる我が    御神と       神の子   イエスと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Chichinaru waga mikamito     Kaminoko iesuto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聖霊のこの三位を　     私は信じる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Seireinokono sanmiwo  Watashiwa shinjiru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よみがえりの力で　   よみがえることを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Yomigaerinochikarade yomigaerukotowo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主の御名で    私は        信じよう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Shunominade watashiwa shinjiyou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Pois creio no nome de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Nosso juiz e nosso defensor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Sofreu e foi crucificado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父なる我が    御神と       神の子   イエスと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Chichinaru waga mikamito     Kaminoko iesuto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聖霊のこの三位を　     私は信じる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Seireinokono sanmiwo  Watashiwa shinjiru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よみがえりの力で　   よみがえることを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Yomigaerinochikarade yomigaerukotowo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主の御名で    私は        信じよう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Shunominade watashiwa shinjiyou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Jesus, nosso Salvador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Deus, nosso Pai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Cristo, o Filho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no Espírito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Nosso Deus é três em 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na ressurreição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haveremos de ressurgir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perdão está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Desceu às profundezas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Ressurgiu em gloriosa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Sempre assentado no alto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retornará para reinar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Deus, nosso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em Cristo, o Filho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Creio no Espírito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