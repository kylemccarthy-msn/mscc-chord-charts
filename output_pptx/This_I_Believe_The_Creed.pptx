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Isto Eu Creio (O Credo)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Pai eterno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これが私の信仰（信条）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私たちの永遠の父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Criador de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Todo-Poderoso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すべてのもの創造者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全能の神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de Seu Espírito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Concebeu Cristo, o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聖霊を通して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キリスト、御子をお生みになった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três em 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na ressurreição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haveremos de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perdão está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Desceu às profundezas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Ressurgiu em gloriosa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深みに降られた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栄光の命に復活された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assentado no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retornará para 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いつも高き所に座して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そして再び来られて治める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私たちの父なる神を信じます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御子キリストを信じます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聖霊を信じます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裁 きと守 護 の 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Sabakitoshugono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    ため  に  十 字 架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tame ni  Jyuujika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de julgamento e proteção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cruz por minha causa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 闇 に     降っても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Kurayamini kudattemo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命 吹 き 返した     いと高き 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 fuki kae shita  Ito takaki shuyo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Mesmo descendo à escuridão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Altíssimo que restaurou a vida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Chichinaru waga mikamito     Kaminoko iesuto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聖霊のこの三位を　     私は信じる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Seireinokono sanmiwo  Watashiwa shinjiru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nosso Salvador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Deus, nosso Pai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Yomigaerinochikarade yomigaerukotowo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主の御名で    私は        信じよう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Shunominade watashiwa shinjiyou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Cristo, o Filho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no Espírito Santo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creio no nome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juiz e nosso defensor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イエスの名を信じるから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私たちのさばき主また弁護者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Sofreu e foi crucificado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苦しみを受け、十字架につけられた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Chichinaru waga mikamito     Kaminoko iesuto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聖霊のこの三位を　     私は信じる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Seireinokono sanmiwo  Watashiwa shinjiru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nosso Salvador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Deus, nosso Pai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Yomigaerinochikarade yomigaerukotowo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主の御名で    私は        信じよう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Shunominade watashiwa shinjiyou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Cristo, o Filho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no Espírito Santo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três em 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na ressurreição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haveremos de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perdão está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Desceu às profundezas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Ressurgiu em gloriosa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深みに降られた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栄光の命に復活された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assentado no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retornará para reinar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いつも高き所に座して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そして再び来られて治める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私たちの父なる神を信じます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御子キリストを信じます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聖霊を信じます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