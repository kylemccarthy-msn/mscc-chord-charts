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Isto Eu Creio (O Credo)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Pai eterno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Criador de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Todo-Poderoso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Seu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Concebeu Cristo, o Filho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três em 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na ressurreição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haveremos de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perdão está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Desceu às profundezas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 em gloriosa vida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assentado no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retornará para reinar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裁 きと守 護 の 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Sabakitoshugono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    ため  に  十 字 架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tame ni  Jyuujika ni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 闇 に     降っても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Kurayamini kudattemo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命 吹 き 返した     いと高き 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fuki kae shita  Ito takaki shuyo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Chichinaru waga mikamito     Kaminoko iesuto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聖霊のこの三位を　     私は信じる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Seireinokono sanmiwo  Watashiwa shinjiru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nosso Salvador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Deus, nosso Pai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Yomigaerinochikarade yomigaerukotowo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主の御名で    私は        信じよう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Shunominade watashiwa shinjiyou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Cristo, o Filho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creio no nome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juiz e nosso defensor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Sofreu e foi crucificado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Chichinaru waga mikamito     Kaminoko iesuto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聖霊のこの三位を　     私は信じる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Seireinokono sanmiwo  Watashiwa shinjiru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nosso Salvador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Deus, nosso Pai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Yomigaerinochikarade yomigaerukotowo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主の御名で    私は        信じよう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Shunominade watashiwa shinjiyou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em Cristo, o Filho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três em 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na ressurreição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父なる我が    御神と       神の子   イエスと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聖霊のこの三位を　     私は信じる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haveremos de ressurgir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perdão está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よみがえりの力で　   よみがえることを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主の御名で    私は        信じよう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Desceu às profundezas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 em gloriosa vida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assentado no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retornará para reinar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Deus, nosso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em Cristo, o Filho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Creio no Espírito Santo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