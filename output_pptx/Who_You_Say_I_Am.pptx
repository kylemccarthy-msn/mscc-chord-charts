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o maior amor que jamais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Sou encontrado por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こんな私さえ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招いた王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Quem o Filho libertou é livre de verdade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sou quem Tu dizes que eu 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受け入れてくれた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神の愛  神の愛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Estou livre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私は自由です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Sou filho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mais escravo do medo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私は神の子です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もはや恐れの奴隷ではありません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Sou filho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lugar de dor e de vergonha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私は神の子です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痛みと恥の場所に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こんな私さえ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konn na watashi sae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招いた王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maneita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É o maior amor que jamais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encontrado por 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受け入れてくれた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ukeireta kureta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神の愛  神の愛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ai kami no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o Filho libertou é livre de verdade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sou quem Tu dizes que eu sou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イエスにより もう私は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ni yori mou watashi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kodomo Yes I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mais escravo do medo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父の家に 住まいがある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no ie ni sumai ga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kodomo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 lugar de dor e de vergonha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foi colocada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culpa foi apagada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十字架が立てられました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私の罪は消し去られました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Calvário eu sou salvo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foi colocada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カルバリで私は救われました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十字架が立てられました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culpa foi apagada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私の罪は消し去られました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イエスにより もう私は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niyori mou watashi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kaminoko domo  Yes I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mais escravo do medo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父の家に 住まいがある Yes I 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no ie ni sumai ga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kodomo Yes I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 lugar de dor e de vergonha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あなたを選んだと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wo erandato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言われた通り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iwareta toori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Você me escolheu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foi dito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あなたの言葉が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kotoba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本当の自分を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honto no jibun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Suas palavras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verdadeiro eu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あなたを選んだと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wo erandato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言われた通り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iwareta toori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Você me escolheu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foi dito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あなたの言葉が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kotoba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本当の自分を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honto no jibun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Suas palavras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verdadeiro eu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教えてくれた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oshiete kureta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ensinaram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