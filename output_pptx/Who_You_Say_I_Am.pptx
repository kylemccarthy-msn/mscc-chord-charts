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É o maior amor que jamais 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Sou encontrado por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Quem o Filho libertou é livre de verdade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Eu sou quem Tu dizes que eu sou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Estou livre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Sou filho de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mais escravo do medo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Sou filho de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No lugar de dor e de vergonha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こんな私さえ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konn na watashi sae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招いた王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maneita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受け入れてくれた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ukeireta kureta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神の愛  神の愛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kami no ai kami no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イエスにより もう私は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iesu ni yori mou watashi 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神の子ども Yes I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kami no kodomo Yes I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父の家に 住まいがある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chichi no ie ni sumai ga 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神の子ども Yes I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kami no kodomo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 cruz foi colocada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Minha culpa foi apagada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No Calvário eu sou salvo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 cruz foi colocada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Minha culpa foi apagada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イエスにより もう私は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iesu niyori mou watashi 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神の子ども Yes I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kaminoko domo  Yes I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父の家に 住まいがある Yes I 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chichi no ie ni sumai ga 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神の子ども  Yes I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kami no kodomo Yes I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あなたを選んだと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wo erandato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言われた通り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iwareta toori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あなたの言葉が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no kotoba 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本当の自分を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honto no jibun 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あなたを選んだと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wo erandato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言われた通り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iwareta toori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あなたの言葉が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no kotoba 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本当の自分を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honto no jibun 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教えてくれた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oshiete kureta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