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御前に   立つとき   私の    隣に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Mimaeni Tatsutoki watashino tonarini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とりなしを    に なう愛の だいさいし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torinashiwo Ninau aino daisaishi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Diante do Trono de Deus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Diante do trono de Deus acima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私の      なま  えは その手に きざ まれ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watashino namaewa   sonoteni kizamare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私を      てん から 引きはなす ことは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watashiwo tenkara hikihanasu kotowa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Tenho base segura e perfeita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Um grande Sumo Sacerdote cujo nome é Amor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誰にも　　できない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darenimo dekinai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por mim está e intercede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こころみ　　はげしく   罪に　　誘うとき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kokoromi hageshiku tsumini sasoutoki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目をあげて　み れば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mewoagete mireba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Diante do Trono de Deus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Diante do trono de Deus acima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そこに　　主の　すがた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sokoni shuno Sugata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罪なき　　　　主は  死に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tsuminaki shuwa shini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Tenho base segura e perfeita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Um grande Sumo Sacerdote cujo nome é Amor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罪ある　　わた しは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tsumiaru watashiwa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赦され　　満た され　　ただ主を見上げる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yurusare mitasare tadashuwo miageru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por mim está e intercede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Meu nome em Suas mãos foi gravado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ただ主を見上げる (2 Bar break)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tadashuwo miageru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Meu nome em Seu coração escrito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ハレルヤ    讃えよ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Hallelujah tataeyo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復活の     神の    御子を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hukkatsuno Kamino mikowo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Senhor ressuscitou dentre os mortos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Com alegria elevo a voz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Diante do Trono de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Diante do trono de Deus acima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神の玉座の前に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神の玉座の前に、上に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Tenho base segura e perfeita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Um grande Sumo Sacerdote cujo nome é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堅い、完全な基盤を持っている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愛という名の大いなる大祭司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por mim está e intercede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Meu nome em Suas mãos foi gravado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私のために立ち、とりなしてくださる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私の名は御手に刻まれた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Meu nome em Seu coração escrito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Sei que enquanto Ele vive por mim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私の名は御心に書かれた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彼が私のために生きている限り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Pela eternidade nunca morrerei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永遠に決して死ぬことはない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O Senhor ressuscitou dentre os mortos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alegria elevo a voz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ハレルヤ    讃えよ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復活の     神の    御子を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Pois Ele vive, nada me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ハレルヤ    讃えよ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ハレルヤ    讃えよ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Hallelujah tataeyo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復活の     神の    御子を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fukkatsu no kami no miko 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Senhor ressuscitou dentre os mortos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Com alegria elevo a voz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