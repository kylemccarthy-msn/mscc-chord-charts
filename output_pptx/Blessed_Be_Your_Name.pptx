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terra que é abundante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Onde fluem Tuas correntes de abundância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豊かな地で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あなたの恵みの流れが注ぎ出されるところで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bendito seja o Teu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estou no lugar deserto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Ainda que eu caminhe pelo deserto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私が荒野の地にいるとき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たとえ私が荒野を歩むとしても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bênção que Tu derramardes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あなたが注ぎ出すすべての祝福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retornarei em louvor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E quando as trevas me envolverem,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私は賛美をもって返します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そして暗闇が私を包むとき、主よ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Ainda direi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なおも私は言います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主の御名があがめられますように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主の御名があがめられますように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    ほめたたえます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hometataemasu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全地にあふれる   その恵み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zenchi ni afureru sono megumi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Teu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Teu nome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苦しみの中    あるくときも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kurushimi no naka aruku toki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荒野の道を   進むときも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arano no michi wo susumu toki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Na terra que é abundante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Onde fluem Tuas correntes de abundância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主の愛にふれるたび       賛美にもどり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ai ni fureru tabi sanbi ni modori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暗闇の時にさえ       歌い続けよう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kurayami no toki ni sae utaitsuzukeyou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Teu nome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Toda bênção que Tu derramardes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主の御名をたたえ       主の御名を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tatae  shu no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主の御名をほめよ     栄光ある主の御名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homeyo  eikou aru shu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Ainda direi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glorioso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dás e Tu tiras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あなたの栄光ある御名があがめられますように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あなたは与え、あなたは取られます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dás e Tu tiras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coração escolherá dizer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あなたは与え、あなたは取られます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私の心は言うことを選びます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Ainda direi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なおも私は言います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主の御名があがめられますように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nome do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主の御名があがめられますように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Bendito seja o Teu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あなたの御名があがめられますように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主の御名をたたえ       主の御名を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tatae  shu no mina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主の御名をほめよ     栄光ある主の御名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mina wo homeyo  eikou aru shu no mina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Ainda direi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Bendito seja o nome do Senhor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