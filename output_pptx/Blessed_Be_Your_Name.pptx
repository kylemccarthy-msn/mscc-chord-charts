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Na terra que é abundante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10" b="1" i="0">
                <a:solidFill>
                  <a:srgbClr val="FFFFFF"/>
                </a:solidFill>
                <a:latin typeface="Arial"/>
              </a:rPr>
              <a:t>Onde fluem Tuas correntes de abundância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bendito seja o Teu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Quando estou no lugar deserto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66" b="1" i="0">
                <a:solidFill>
                  <a:srgbClr val="FFFFFF"/>
                </a:solidFill>
                <a:latin typeface="Arial"/>
              </a:rPr>
              <a:t>Ainda que eu caminhe pelo deserto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Toda bênção que Tu derramardes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Eu retornarei em louvor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E quando as trevas me envolverem, Senhor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Ainda direi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nome do Senhor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nome do Senhor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主の御名を    ほめたたえます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mina wo hometataemasu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全地にあふれる   その恵み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zenchi ni afureru sono megumi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苦しみの中    あるくときも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kurushimi no naka aruku toki 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荒野の道を   進むときも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arano no michi wo susumu toki 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主の愛にふれるたび       賛美にもどり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ai ni fureru tabi sanbi ni modori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暗闇の時にさえ       歌い続けよう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kurayami no toki ni sae utaitsuzukeyou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主の御名をたたえ       主の御名を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mina wo tatae  shu no mina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主の御名をほめよ     栄光ある主の御名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90" b="0" i="1">
                <a:solidFill>
                  <a:srgbClr val="B4B4B4"/>
                </a:solidFill>
                <a:latin typeface="Arial"/>
              </a:rPr>
              <a:t>shu no mina wo homeyo  eikou aru shu no mina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glorioso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dás e Tu tiras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 dás e Tu tiras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Meu coração escolherá dizer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Ainda direi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nome do Senhor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nome do Senhor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Bendito seja o Teu nome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主の御名をたたえ       主の御名を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mina wo tatae  shu no mina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主の御名をほめよ     栄光ある主の御名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90" b="0" i="1">
                <a:solidFill>
                  <a:srgbClr val="B4B4B4"/>
                </a:solidFill>
                <a:latin typeface="Arial"/>
              </a:rPr>
              <a:t>shu no mina wo homeyo  eikou aru shu no mina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