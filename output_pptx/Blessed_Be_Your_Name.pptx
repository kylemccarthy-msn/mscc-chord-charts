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terra que é abundante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Onde fluem Tuas correntes de abundância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bendito seja o Teu nome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estou no lugar deserto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Ainda que eu caminhe pelo deserto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bênção que Tu derramardes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retornarei em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quando as trevas me envolverem, Senhor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direi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    ほめたたえます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hometataemasu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全地にあふれる   その恵み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zenchi ni afureru sono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苦しみの中    あるくときも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kurushimi no naka aruku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荒野の道を   進むときも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arano no michi wo susumu toki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terra que é abundante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fluem Tuas correntes de abundância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主の愛にふれるたび       賛美にもどり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ai ni fureru tabi sanbi ni modori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暗闇の時にさえ       歌い続けよう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no toki ni sae utaitsuzukeyou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bênção que Tu derramardes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主の御名をたたえ       主の御名を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tatae  shu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主の御名をほめよ     栄光ある主の御名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homeyo  eikou aru shu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Ainda direi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glorioso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dás e Tu tiras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dás e Tu tiras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escolherá dizer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direi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主の御名をたたえ       主の御名を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tatae  shu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主の御名をほめよ     栄光ある主の御名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homeyo  eikou aru shu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Ainda direi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