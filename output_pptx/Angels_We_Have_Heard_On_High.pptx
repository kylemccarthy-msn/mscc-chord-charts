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Anjos que Ouvimos nas Alturas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Anjos que ouvimos nas alturas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os montes respondiam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Ecoando os seus tons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in excelsis Deo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あらののはてに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arano no hate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ゆうひはおちて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yuu hi wa ochite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Glória in excelsis Deo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たえなるしらべ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taenaru shirabe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あめよりひびく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ame yori hibiku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Pastores, por que esse júbilo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Que prazer preenche o vosso canto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novidade vinda do céu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Vos trouxe tanta alegria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in excelsis Deo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Vinde a Belém e vede Aquele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 quem os anjos cantam nascimento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Vinde adorai com joelhos dobrados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Cristo, o Senhor, recém-nascido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in excelsis 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in excelsis Deo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Vede no humilde berço deitado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Senhor Emmanuel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Maria, José e os pastores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Adoram o Santo Emmanuel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in excelsis 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in excelsis 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