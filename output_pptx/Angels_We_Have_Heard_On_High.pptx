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Anjos que Ouvimos nas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高き天より聞こゆる天使の歌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Anjos que ouvimos nas alturas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os montes respondiam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高き天より聞こゆる天使たち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そして山々は応えた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Ecoando os seus tons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その調べをこだまさせて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栄光は至高き神にあり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あらののはてに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arano no hate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ゆうひはおちて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yuu hi wa ochite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Glória in excelsis Deo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sol se põe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たえなるしらべ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taenaru shirabe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あめよりひびく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ame yori hibiku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Melodia doce e eterna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Ecoando do céu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Pastores, por que esse júbilo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Que prazer preenche o vosso canto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羊飼いたちよ、なぜこの喜び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何という喜びがお前たちの歌を満たすのか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novidade vinda do céu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Vos trouxe tanta alegria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天から来た何という新しさ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お前たちにこれほどの喜びをもたらした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栄光は至高き神にあり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Vinde a Belém e vede Aquele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quem os anjos cantam nascimento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ベツレヘムに来て、あの方をご覧なさい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天使たちが誕生を歌う方に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Vinde adorai com joelhos dobrados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o Senhor, recém-nascido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来たりて、ひざまずきて礼拝しなさい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キリスト、主よ、新しく生まれた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栄光は至高き神にあり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栄光は至高き神にあり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Vede no humilde berço deitado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Senhor Emmanuel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ご覧なさい、卑しい飼い葉桶に横たわる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わが主エマヌエル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Maria, José e os pastores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Adoram o Santo Emmanuel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マリア、ヨセフと羊飼いたち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聖なるエマヌエルを礼拝する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in excelsis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栄光は至高き神にあり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栄光は至高き神にあり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