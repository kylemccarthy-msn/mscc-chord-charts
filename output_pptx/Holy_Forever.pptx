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As muitas gerações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Rendidas em louvor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Cantando ao Cordeiro uma canção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Os que em Ti se foram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os que hão de crer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Cantando ao Cordeiro uma canção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mais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sobre todos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Os tronos e domínios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Governos e poderes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sobre todos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criação,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Exaltado És, "Santo"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 pra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foi perdoado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罪赦され 賛美歌う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yurusare sanbi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神の子羊イエスに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kohitsuji Iesu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As muitas gerações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Rendidas em louvor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自由にされ 賛美歌う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ziyuu ni sare sanbi utau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神の子羊イエスに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kohitsuji Iesu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Cantando ao Cordeiro uma canção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Os que em Ti se foram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賛美は永遠にアーメン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sanbi ha towa ni amen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que hão de crer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主の御名は 聖  -  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syu no mina ha kiyoi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そのわざも 聖  -  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waza mo kiyoi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os anjos clamam "Santo"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criação, "Santo"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この方は 永遠  -  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konokata ha towa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聖い方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kiyoi kata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Exaltado És, "Santo"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 pra sempre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主の民と 歌-  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syu no tami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真の王, イエス  - 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makoto no ou issu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Teu povo canta "Santo"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Sim, ao Rei dos Reis, "Santo"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この方は 永遠 -  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kata ha towa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聖い方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kiyoi kata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sempre serás Santo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Santo pra sempre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redimido foi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 ao Cordeiro uma canção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Aquele que é livre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leva o Seu nome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 ao Cordeiro uma canção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Cantaremos para sempre, amém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os anjos clamam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criação, "Santo"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主の御名は 聖  -  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そのわざも 聖  -  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Exaltado És,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 pra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この方は 永遠  - 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povo canta "Santo"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Sim, ao Rei dos Reis, "Santo"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主の民と 歌-  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真の王, イエス  -  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sempre serás Santo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Santo pra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この方は 永遠 -  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聖い方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mais alto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Teu nome é o maior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