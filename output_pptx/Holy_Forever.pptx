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As muitas gerações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Rendidas em louvor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多くの世代たちが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賛美に捧げられて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Cantando ao Cordeiro uma canção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Os que em Ti se foram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子羊に歌を歌う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あなたの中に去った者たち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E os que hão de crer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Cantando ao Cordeiro uma canção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そして信じるであろう者たち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子羊に歌を歌う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Teu nome é o mais alto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Teu nome é o maior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あなたの名は最も高い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あなたの名は最も大きい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Teu nome é sobre todos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Os tronos e domínios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あなたの名はすべての上に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王座と主権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Governos e poderes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Teu nome é sobre todos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統治と力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あなたの名はすべての上に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Toda criação, "Santo"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Exaltado És, "Santo"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すべての創造物よ、「聖い」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あなたは高められている、「聖い」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Santo pra sempre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Quem foi perdoado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永遠に聖い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赦された者は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65049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罪赦され 賛美歌う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418588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tsumi yurusare sanbi utau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神の子羊イエスに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53612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kami no kohitsuji Iesu 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53085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As muitas gerações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89661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Rendidas em louvor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65049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自由にされ 賛美歌う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418588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ziyuu ni sare sanbi utau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神の子羊イエスに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53612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kami no kohitsuji Iesu 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53085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Cantando ao Cordeiro uma canção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89661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Os que em Ti se foram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500884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賛美は永遠にアーメン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3268980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sanbi ha towa ni amen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046220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E os que hão de crer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65049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主の御名は 聖  -  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418588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syu no mina ha kiyoi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そのわざも 聖  -  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53612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sono waza mo kiyoi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53085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E os anjos clamam "Santo"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89661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Toda criação, "Santo"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65049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この方は 永遠  -  に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418588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konokata ha towa 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聖い方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53612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kiyoi kata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53085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Exaltado És, "Santo"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89661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Santo pra sempre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65049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主の民と 歌-  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418588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syu no tami 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真の王, イエス  -  に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53612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makoto no ou issu 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53085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O Teu povo canta "Santo"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89661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Sim, ao Rei dos Reis, "Santo"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65049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この方は 永遠 -  に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418588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kono kata ha towa 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聖い方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53612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kiyoi kata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53085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Tu sempre serás Santo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89661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Santo pra sempre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E redimido foi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Cante ao Cordeiro uma canção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そして贖われた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子羊に歌を歌う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Aquele que é livre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E leva o Seu nome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自由な者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そして彼の名を担う者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Cante ao Cordeiro uma canção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Cantaremos para sempre, amém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子羊に歌を歌う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永遠に歌おう、アーメン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E os anjos clamam "Santo"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Toda criação, "Santo"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主の御名は 聖  -  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そのわざも 聖  -  い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Exaltado És, "Santo"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Santo pra sempre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この方は 永遠  -  に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聖い方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O Teu povo canta "Santo"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Sim, ao Rei dos Reis, "Santo"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主の民と 歌-  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真の王, イエス  -  に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Tu sempre serás Santo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Santo pra sempre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この方は 永遠 -  に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聖い方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Teu nome é o mais alto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Teu nome é o maior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あなたの名は最も高い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あなたの名は最も大きい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