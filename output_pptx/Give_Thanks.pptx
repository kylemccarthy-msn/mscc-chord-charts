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Dê Graças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Dê graças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Com um coração grato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Dê graças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Para o Santo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Dê graças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Porque Ele é dado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Jesus Cristo, Seu Filho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