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主イエスの御前に 驚き仰-ぐ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iesu no mimaeni odoroko aogu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なぜ罪で汚れたこの身に愛-を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naze tsumi de kegareta kono mi ni ai 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Ó Quão Maravilhoso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Estou maravilhado com a presença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罪も悲しみも すべてを背負-い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tsumi mo kanashimi mo subete wo seoi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十 字架の苦しみ 受けて死なれた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juujika no kurushimi ukete shinareta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De Jesus, o Nazareno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me pergunto como Ele poderia me amar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ああ歌い続けよう 主イエスの愛を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aa utai tsuzukeyou shu iesu no ai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喜-び-歌おう すばらしい 主- の - 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yorokobi utaou subarashii shu no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Um pecador, condenado, imundo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Ó quão maravilhoso! Ó quão admirável!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Ó Quão Maravilhoso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Estou maravilhado com a presença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 Jesus, o Nazareno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E me pergunto como Ele poderia me amar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Um pecador, condenado, imundo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Ó quão maravilhoso! Ó quão admirável!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ああ歌い続けよう 主イエスの愛を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喜-び-歌おう すばらしい 主- の - あい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minha canção sempre será: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Ó quão maravilhoso! Ó quão admirável!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ああ歌い続けよう 主イエスの愛を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喜-び-歌おう すばらしい 主- の - あい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栄光の主の御顔 あがめるその-日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eikou no shu no mikao agameru sono 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とこしえの喜び 主の愛を歌-う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tokoshie no yorokobi shu no ai wo utau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Ó Quão Maravilhoso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Estou maravilhado com a presença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ああ歌い続けよう 主イエスの愛を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aa utai tsuzukeyou shu iesu no ai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喜-び-歌おう すばらしい 主- の - 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yorokobi utaou subarashii shu no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Um pecador, condenado, imundo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Ó quão maravilhoso! Ó quão admirável!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Um pecador, condenado, imundo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Ó quão maravilhoso! Ó quão admirável!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ああ歌い続けよう 主イエスの愛を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喜-び-歌おう すばらしい 主- の - あい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minha canção sempre será: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Ó quão maravilhoso! Ó quão admirável!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ああ歌い続けよう 主イエスの愛を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喜-び-歌おう すばらしい 主- の - あい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