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ao Rei recém-nascido!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Paz na terra e suave misericórdia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新しく生まれた王に栄光あれ！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地に平和を、優しきみ恵みを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e pecadores reconciliados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Alegrai-vos, todas as nações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神と罪人が和解せり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すべての国よ、喜びたたえよ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Juntai-vos ao triunfo dos céus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Com as hostes angelicais proclamai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天の勝利に合わせよ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天使の軍勢と共に宣べ伝えよ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 nasceu em Belém!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Ouvi o arauto, os anjos cantam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キリスト、ベツレヘムに生まれたり！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聞け、御使いたち歌いて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ao Rei recém-nascido!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Cristo, pela eternidade eterno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新しく生まれた王に栄光あれ！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キリスト、永遠より永遠に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Complaceu-se em carne nascer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Jesus, nosso Emanuel vela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肉なりて生まれることを喜びたもう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イエス、われらのインマヌエルが目を留める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Véu na carne à Divindade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Brandamente no silêncio chega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肉の垂れ幕に神性を覆いて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静寂の中、柔やかに来たりて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sol da Justiça vem raiar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Ressurge com cura nas asas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義の太陽、光輝きて昇る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翼に癒しを携えて再び昇る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Concede paz à alma e visão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Ouvi o arauto, os anjos cantam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魂に平和とビジョンを与えたもう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聞け、御使いたち歌いて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ao Rei recém-nascido!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Alegrai-vos, todas as nações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新しく生まれた王に栄光あれ！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すべての国よ、喜びたたえよ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ao Rei recém-nascido!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Paz na terra e suave misericórdia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新しく生まれた王に栄光あれ！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地に平和を、優しきみ恵みを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e pecadores reconciliados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Alegrai-vos, todas as nações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神と罪人が和解せり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すべての国よ、喜びたたえよ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Juntai-vos ao triunfo dos céus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Com as hostes angelicais proclamai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天の勝利に合わせよ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天使の軍勢と共に宣べ伝えよ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 nasceu em Belém!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Ouvi o arauto, os anjos cantam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キリスト、ベツレヘムに生まれたり！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聞け、御使いたち歌いて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ao Rei recém-nascido!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Cristo, pela eternidade eterno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新しく生まれた王に栄光あれ！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キリスト、永遠より永遠に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Complaceu-se em carne nascer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Jesus, nosso Emanuel vela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肉なりて生まれることを喜びたもう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イエス、われらのインマヌエルが目を留める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Véu na carne à Divindade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Brandamente no silêncio chega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肉の垂れ幕に神性を覆いて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静寂の中、柔やかに来たりて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sol da Justiça vem raiar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Ressurge com cura nas asas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義の太陽、光輝きて昇る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翼に癒しを携えて再び昇る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Concede paz à alma e visão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Ouvi o arauto, os anjos cantam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魂に平和とビジョンを与えたもう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聞け、御使いたち歌いて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ao Rei recém-nascido!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Alegrai-vos, todas as nações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新しく生まれた王に栄光あれ！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すべての国よ、喜びたたえよ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つきぬ いのちを 与 うる ために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tsu-kinu.inochio..a-tau-ru...tameni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今ぞうまれし..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imazo.umareshi..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dar uma vida sem fim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Agora nasceu...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き み をたたえよ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kimi wo tataeyo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Exaltem a ti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