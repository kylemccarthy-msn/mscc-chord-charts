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ao Rei recém-nascido!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Paz na terra e suave misericórdia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e pecadores reconciliados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Alegrai-vos, todas as nações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Juntai-vos ao triunfo dos céus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Com as hostes angelicais proclamai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nasceu em Belém!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Ouvi o arauto, os anjos cantam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ao Rei recém-nascido!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Cristo, pela eternidade eterno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Complaceu-se em carne nascer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Jesus, nosso Emanuel vela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Véu na carne à Divindade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Brandamente no silêncio chega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sol da Justiça vem raiar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Ressurge com cura nas asas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Concede paz à alma e visão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Ouvi o arauto, os anjos cantam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ao Rei recém-nascido!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Alegrai-vos, todas as nações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ao Rei recém-nascido!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Paz na terra e suave misericórdia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e pecadores reconciliados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Alegrai-vos, todas as nações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Juntai-vos ao triunfo dos céus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Com as hostes angelicais proclamai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nasceu em Belém!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Ouvi o arauto, os anjos cantam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ao Rei recém-nascido!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Cristo, pela eternidade eterno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Complaceu-se em carne nascer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Jesus, nosso Emanuel vela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Véu na carne à Divindade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Brandamente no silêncio chega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sol da Justiça vem raiar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Ressurge com cura nas asas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Concede paz à alma e visão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Ouvi o arauto, os anjos cantam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ao Rei recém-nascido!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Alegrai-vos, todas as nações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つきぬ いのちを 与 うる ために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tsu-kinu.inochio..a-tau-ru...tameni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今ぞうまれし..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imazo.umareshi..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き み をたたえよ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kimi wo tataeyo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