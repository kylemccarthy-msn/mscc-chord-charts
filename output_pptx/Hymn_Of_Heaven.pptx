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痛みが消え去るときに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itami ga kiesaru tokini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通りは憐みに満ちる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toori wa awaremini michiru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Onde a dor se foi e a misericórdia enche as ruas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Para olhar para Aquele que sangrou para me salvar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救いの為に流した血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sukuino tameni nagashita chi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あなたと　共に歩む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anata to tomo ni ayumu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Para andar com Ele por toda a eternidade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Oh, haverá um dia em que todos se prostrarão diante Dele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その日主にみなひざをかがめ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sono nichi omoni minahizawokagame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その日には死もなくなる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Sonohiniwa shimo nakunaru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Haverá um dia em que a morte não existirá mais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Haverá um dia quando todo joelho se dobrará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主の御顔の前に立ち尽くす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Shuno mikao no maeni tachitsukusu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聖なる　主よ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Seinaru shuyo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 todo ser criado cantará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Santo, santo, santo é o Senhor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Arial"/>
              </a:rPr>
              <a:t>Onde a dor se foi e a misericórdia enche as ruas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100" b="1" i="0">
                <a:solidFill>
                  <a:srgbClr val="FFFFFF"/>
                </a:solidFill>
                <a:latin typeface="Arial"/>
              </a:rPr>
              <a:t>Para olhar para Aquele que sangrou para me salvar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Arial"/>
              </a:rPr>
              <a:t>Para andar com Ele por toda a eternidade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FFFFFF"/>
                </a:solidFill>
                <a:latin typeface="Arial"/>
              </a:rPr>
              <a:t>Oh, haverá um dia em que todos se prostrarão diante Dele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Arial"/>
              </a:rPr>
              <a:t>Haverá um dia em que a morte não existirá mais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500" b="1" i="0">
                <a:solidFill>
                  <a:srgbClr val="FFFFFF"/>
                </a:solidFill>
                <a:latin typeface="Arial"/>
              </a:rPr>
              <a:t>Haverá um dia quando todo joelho se dobrará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todo ser criado cantará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Santo, santo, santo é o Senhor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Santo, santo, santo é o Senhor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Santo, santo, santo é o Senhor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0205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Para sempre e para sempre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00" b="1" i="0">
                <a:solidFill>
                  <a:srgbClr val="FFFFFF"/>
                </a:solidFill>
                <a:latin typeface="Arial"/>
              </a:rPr>
              <a:t>A glória e o poder ao Senhor nosso Deus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Até que o dia amanheça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E Cristo retornar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Nós cantamos os louvores de Deus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その日、復活に加わる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sonohi fukkatsuni kuwawaru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信仰のヒーロー達と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shinkouno hi-rou tachito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Onde a dor se foi e a misericórdia enche as ruas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Para olhar para Aquele que sangrou para me salvar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声一つほふられた方に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koe hitotsu hofurareta katani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歌う栄光を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utau eikou 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Para andar com Ele por toda a eternidade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Oh, haverá um dia em que todos se prostrarão diante Dele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500884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永遠に治める方に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268980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towani osameru katani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だから今日はさけびうたう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dakara kyou wa sakebi utau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天国の賛美歌を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tengokuno sanbikawo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Haverá um dia em que a morte não existirá mais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Haverá um dia quando todo joelho se dobrará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栄光あれ命をくれた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eikou are inochiwo kureta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聖なる　主よ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Seinaru shuyo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E todo ser criado cantará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Santo, santo, santo é o Senhor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聖なる　主よ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Seinaru shuyo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聖なる　主よ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Seinaru shuyo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