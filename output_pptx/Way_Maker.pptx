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ここに　あなたがいる  --&gt;  あなたがをあがめよう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Kokoni Anataga iru      Anatawo Agameyou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みちびいてくれている  --&gt;  あなたがをあがめよう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Michibiite kureteiru    Anatawo Agameyou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Movendo-se entre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Te adoro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新しくしてくれる  --&gt;  あなたがをあがめよう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Atarashiku shite kureru  Anatawo Agameyou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61" b="1" i="0">
                <a:solidFill>
                  <a:srgbClr val="FFFFFF"/>
                </a:solidFill>
                <a:latin typeface="Arial"/>
              </a:rPr>
              <a:t>心　なおしてくれる  --&gt;  あなたがをあがめよう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Naoshite kureru   Anatawo Agameyou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（主は）奇跡をおこして　約束を果たして 道ひらく神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37" b="0" i="1">
                <a:solidFill>
                  <a:srgbClr val="B4B4B4"/>
                </a:solidFill>
                <a:latin typeface="Arial"/>
              </a:rPr>
              <a:t>Kisekiwo Okoshite, Yakusokuwo Hatashite, Michi Hiraku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暗やみを照らし　光でみちびき 道ひらく神 (x2)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68" b="0" i="1">
                <a:solidFill>
                  <a:srgbClr val="B4B4B4"/>
                </a:solidFill>
                <a:latin typeface="Arial"/>
              </a:rPr>
              <a:t>Kurayamiwo Terashi, Hikaride Michibiki, Michi Hiraku Kami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Realizando milagres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Caminho no Deserto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de Milagres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この目には見えなくとも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Meniha Mienakutomo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それを感じなくても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Sorewo Kanjinakutemo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ここにあなたがいる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Kokoni Anataga 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ここで働いている (x2)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Kokode Hataraiteiru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奇跡をおこして　約束を果たして 道ひらく神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37" b="0" i="1">
                <a:solidFill>
                  <a:srgbClr val="B4B4B4"/>
                </a:solidFill>
                <a:latin typeface="Arial"/>
              </a:rPr>
              <a:t>Kisekiwo Okoshite, Yakusokuwo Hatashite, Michi Hiraku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暗やみを照らし　光でみちびき 道ひらく神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68" b="0" i="1">
                <a:solidFill>
                  <a:srgbClr val="B4B4B4"/>
                </a:solidFill>
                <a:latin typeface="Arial"/>
              </a:rPr>
              <a:t>Kurayamiwo Terashi, Hikaride Michibiki, Michi Hiraku Kami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de Promessas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Luz na escuridão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Meu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