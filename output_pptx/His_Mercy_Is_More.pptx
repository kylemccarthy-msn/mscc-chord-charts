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amor poderia lembrar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すべて 知り   たもう 神が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Nenhum erro que tenhamos cometido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わ  れらの   全   て    の罪と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paz poderia superar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とがにした   がい  報    わぬ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 compreensão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つみより深いあわれみ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coração poderia amar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não desistisse de mim jamais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 知り   たもう 神が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shiri    tamou kamiga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Que amor poderia lembrar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  れらの   全   て    の罪と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 rerano   subete notsumito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Nenhum erro que tenhamos cometido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とがにした   がい  報    わぬ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toga nishi tagai     mukuwanu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Que paz poderia superar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つみより深いあわれみ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   yori fukai awaremi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Toda compreensão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よわくいや   しき 我らを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ちち   はし   の   び待 ち続け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bondade tão abundante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やさしく呼びて迎える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Graça que não se pode 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つみより深いあわれみ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que eu não mereço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me deu de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あさ-ご-とにあた-らしい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つみより深い あわれみ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よわくいや   しき 我らを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 wakui yashiki    warerao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Nossos pecados são muitos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ちち   はし   の   び待 ち続け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chichi washi nobima   chitsu zuke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やさしく呼びて迎える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yasasiku yobite mukaeru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Que bondade tão abundante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つみより深いあわれみ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   yori fukai awaremi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Graça que não se pode medir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       eyo      awaremino shuo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Ele me deu de graça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あさ-ご-とにあた-らしい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asa--go--tonia ta-rashii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Nossos pecados são muitos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つみより深い あわれみ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yori fukai awaremi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Sua misericórdia é mais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負いきれぬ     我らが     つみ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Sua misericórdia dura para sempre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いのちを捨てだいかの血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ながし   代わ   りに償う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Sua misericórdia dura para sempre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つみより深いあわれみ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負いきれぬ     我らが     つみ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oi kirenu          wareraga tsumi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いのちを捨てだいかの血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 nochio  suteda ikanochi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Sua misericórdia dura para sempre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ながし   代わ   りに償う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 gashika warini    tsugu nau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Louvai o Senhor, pois Ele é bom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つみより深いあわれみ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   yori fukai awaremi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Sua misericórdia dura para sempre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me deu de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あさ-ご-とにあた-らしい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つみより深い あわれみ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me deu de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たたえよ 　あわれみの主を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Nossos pecados são muitos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あさ-ご-とにあた-らしい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つみより深い あわれみ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misericórdia é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