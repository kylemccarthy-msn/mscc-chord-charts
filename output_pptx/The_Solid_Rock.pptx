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Cristo, a Rocha Firme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esperança está firme em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sangue e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Seu juramento, Sua aliança, Seu sangue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Me sustentam na inundação esmagadora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Quando tudo mais cede e vai se embora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Não ouso confiar na mais doce bondade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Mas totalmente em nome de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Cristo, a Rocha firme, estou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私の望みは　主の義と血にあり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watashi no nozomi wa  shu no gi to chi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主イエスのほかには　  頼れるものなし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iesu no hokani wa tayoreru mono nashi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Cristo, a Rocha Firme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yuru ga nuishizue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嵐の中にも　恵みは変わらず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arashi no naka ni mo  megumi wa kawarazu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錨をおろして　みもとに休らう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ikari wo oroshite mimotoni yasurau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主の血と約束　         私を支える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chi to yakusoku watashi wo sasaeru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大水の中にも　          望みは絶えない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oomizu no naka ni mo  nozomi wa taenai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Cristo, a Rocha Firme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yuru ga nuishizue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Quando as trevas parecem ocultar Seu rosto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Eu descanso em Sua graça imutável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Em meio às mais furiosas tempestades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âncora segura além do véu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Cristo, a Rocha firme, estou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Cristo, a Rocha Firme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Minha esperança está firme em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 sangue e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Seu juramento, Sua aliança, Seu sangue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Me sustentam na inundação esmagadora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Quando tudo mais cede e vai se embora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Cristo, a Rocha Firme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yuru ga nuishizue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