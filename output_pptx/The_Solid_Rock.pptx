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Cristo, a Rocha Firme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esperança está firme em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sangue e justiça de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Seu juramento, Sua aliança, Seu sangue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Me sustentam na inundação esmagadora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Quando tudo mais cede e vai se embora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Não ouso confiar na mais doce bondade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Mas totalmente em nome de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私の望みは　主の義と血にあり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主イエスのほかには　  頼れるものなし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Cristo, a Rocha firme, estou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outro chão é areia movediça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キリストの中に、堅い岩の上に、わたしはいます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すべての他の地は流砂です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私の望みは　主の義と血にあり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nozomi wa  shu no gi to chi ni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主イエスのほかには　  頼れるものなし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iesu no hokani wa tayoreru mono nashi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ouso confiar na mais doce bondade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Mas totalmente em nome de Jesus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iwanaru kirisuto sukui no ishizue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揺るがぬいしずえ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 ga nuishizue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Cristo, a Rocha Firme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esperança está firme em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嵐の中にも　恵みは変わらず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arashi no naka ni mo  megumi wa kawarazu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錨をおろして　みもとに休らう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ikari wo oroshite mimotoni yasurau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ouso confiar na mais doce bondade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Mas totalmente em nome de Jesus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主の血と約束　         私を支える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chi to yakusoku watashi wo sasaeru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大水の中にも　          望みは絶えない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oomizu no naka ni mo  nozomi wa taenai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 outro chão é areia movediça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Quando as trevas parecem ocultar Seu rosto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iwanaru kirisuto sukui no ishizue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揺るがぬいしずえ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 ga nuishizue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Cristo, a Rocha Firme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esperança está firme em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outro chão é areia movediça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Quando as trevas parecem ocultar Seu rosto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主の血と約束　         私を支える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大水の中にも　          望みは絶えない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Eu descanso em Sua graça imutável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Em meio às mais furiosas tempestades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わたしは変わらない主の恵みに支えられています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最も激しい嵐の中で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âncora segura além do véu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Cristo, a Rocha firme, estou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わたしの確かな錨は幕の向こうにあります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キリストの中に、堅い岩の上に、わたしはいます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outro chão é areia movediça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outro chão é areia movediça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すべての他の地は流砂です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すべての他の地は流砂です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Cristo, a Rocha Firme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Minha esperança está firme em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sangue e justiça de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Seu juramento, Sua aliança, Seu sangue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Me sustentam na inundação esmagadora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Quando tudo mais cede e vai se embora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揺るがぬいしずえ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岩なるキリスト　救いのいしずえ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iwanaru kirisuto sukui no ishizue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揺るがぬいしずえ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 ga nuishizue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Cristo, a Rocha Firme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 esperança está firme em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