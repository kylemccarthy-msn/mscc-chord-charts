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海もやまも空も 全ては御手の中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umi mo yama mo sora mo subete wa mite no naka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全地が主を恐れ喜び声上げる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zenchi ga shu wo osore yorokobi koe ageru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Quem tomou o mar em suas mãos?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Quem contou da areia cada grão?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kami no miza ou naru shu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イエスの御名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iesu no mina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Vinde, adoremos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ほめたたえ - 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hometataeyo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Rei: incomparável 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tomou o mar em suas mãos?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contou da areia cada grão?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海もやまも空も 全ては御手の中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全地が主を恐れ喜び声上げる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Tremem reis, nações, ao ouvir sua voz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Rejubila toda a criação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Eis nosso Rei: incomparável 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ほめたたえ - 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como Ele cravejado foi?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ほめたたえ - よう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Ao morrer, da culpa nos livrou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servo Rei, que pra nós desceu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人のつみを背負い 十字架で苦しみ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hito no tsumi wo seoi jyujika de kurushimi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永遠(とわ)のかみが墓に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towa no kami ga haka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Quem tomou o mar em suas mãos?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Quem contou da areia cada grão?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イエス、よみがえりの主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yomigaerino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Tremem reis, nações, ao ouvir sua voz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kami no miza ou naru shu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イエスの御名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iesu no mina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Vinde, adoremos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ほめたたえ - 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hometataeyo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Rei: incomparável 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já deu conselhos ao Senhor?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vai lhe ensinar?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Eis nosso Rei: incomparável 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Eis nosso Rei: incomparável 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ほめたたえ - 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como Ele cravejado foi?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ほめたたえ - よう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Ao morrer, da culpa nos livrou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servo Rei, que pra nós desceu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見上げよう イエスの御名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神の御座  王なる主を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kami no miza ou naru shu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見上げよう イエスの御名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miageyo iesu no mina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Deus, no trono a reinar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Vinde, adoremos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ほめたたえ - 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hometatae  - 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nosso Rei: incomparável 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