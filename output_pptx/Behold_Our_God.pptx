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海もやまも空も 全ては御手の中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1">
                <a:solidFill>
                  <a:srgbClr val="B4B4B4"/>
                </a:solidFill>
                <a:latin typeface="Arial"/>
              </a:rPr>
              <a:t>umi mo yama mo sora mo subete wa mite no naka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全地が主を恐れ喜び声上げる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zenchi ga shu wo osore yorokobi koe ageru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見上げよう 神の御座  王なる主を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miageyo kami no miza ou naru shu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見上げよう イエスの御名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miageyo iesu no mina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ほめたたえ - よう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hometataeyo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Quem tomou o mar em suas mãos?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Quem contou da areia cada grão?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Tremem reis, nações, ao ouvir sua voz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Rejubila toda a criação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Eis nosso Deus, no trono a reinar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Vinde, adoremos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Eis nosso Rei: incomparável 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Vinde, adoremos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Vinde, adoremos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Quem como Ele cravejado foi?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Ao morrer, da culpa nos livrou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servo Rei, que pra nós desceu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人のつみを背負い 十字架で苦しみ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hito no tsumi wo seoi jyujika de kurushimi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永遠(とわ)のかみが墓に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towa no kami ga haka 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イエス、よみがえりの主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iesu yomigaerino shu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見上げよう 神の御座  王なる主を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miageyo kami no miza ou naru shu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見上げよう イエスの御名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miageyo iesu no mina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ほめたたえ - よう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hometataeyo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Quem já deu conselhos ao Senhor?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Quem vai lhe ensinar?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Eis nosso Deus, no trono a reinar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Eis nosso Rei: incomparável 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Eis nosso Deus, no trono a reinar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Vinde, adoremos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Eis nosso Rei: incomparável 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Vinde, adoremos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Vinde, adoremos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Quem como Ele cravejado foi?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Ao morrer, da culpa nos livrou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servo Rei, que pra nós desceu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見上げよう 神の御座  王なる主を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miageyo kami no miza ou naru shu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見上げよう イエスの御名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miageyo iesu no mina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ほめたたえ - よう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hometatae  - 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