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1" i="0">
                <a:solidFill>
                  <a:srgbClr val="FFFFFF"/>
                </a:solidFill>
                <a:latin typeface="Arial"/>
              </a:rPr>
              <a:t>O Senhor é meu pastor e nada me faltará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Faz-me deitar em verdes pastos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主は私の羊飼いであり、私は何も欠けることがない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緑の牧場に私を休ませてくださる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Por águas tranquilas me guiará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Restaurada é minha alma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静かな水のほとりに私を導いてくださる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私のたましいは回復される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Por amor do Seu nome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Ainda que eu ande pelo vale da sombra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御名のゆえに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たとえ私が死の影の谷を歩むとしても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temerei o mal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Pois Tu estás comigo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私は悪を恐れない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あなたが私とともにいるから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主は我が羊飼い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ha waga hitsujikai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Senhor é meu pastor e nada me faltará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Por águas tranquilas me guiará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静かな水のほとりに私を導いてくださる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緑の牧場に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midori no bokujou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Senhor é meu pastor e nada me faltará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Restaurada é minha alma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私のたましいは回復される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いこいのみぎわに　主は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ikoinomigiwani shu 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Senhor é meu pastor e nada me faltará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Caminhando na vereda da justiça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正義の道を歩みながら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導いてくださる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michibii tekudasaru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Senhor é meu pastor e nada me faltará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Por amor do Seu nome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Ainda que eu ande pelo vale da sombra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御名のゆえに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たとえ私が死の影の谷を歩むとしても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主よ　あなただけを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yo anatadakewo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Senhor é meu pastor e nada me faltará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Pois Tu estás comigo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あなたが私とともにいるから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信じ　歩みます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shinji ayumi masu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Senhor é meu pastor e nada me faltará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Teu cajado e teu bordão me consolam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あなたの杖とあなたの笏が私を慰める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いつくしみと　恵みが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itsukushimito megumi 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Senhor é meu pastor e nada me faltará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1" i="0">
                <a:solidFill>
                  <a:srgbClr val="FFFFFF"/>
                </a:solidFill>
                <a:latin typeface="Arial"/>
              </a:rPr>
              <a:t>O Senhor é meu pastor e nada me faltará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主は私の羊飼いであり、私は何も欠けることがない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私を追うでしょう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 wo ou deshou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Senhor é meu pastor e nada me faltará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Faz-me deitar em verdes pastos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Por amor do Seu nome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緑の牧場に私を休ませてくださる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御名のゆえに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Ainda que eu ande pelo vale da sombra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temerei o 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たとえ私が死の影の谷を歩むとしても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私は悪を恐れない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Pois Tu estás comigo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Teu cajado e teu bordão me consolam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あなたが私とともにいるから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あなたの杖とあなたの笏が私を慰める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1" i="0">
                <a:solidFill>
                  <a:srgbClr val="FFFFFF"/>
                </a:solidFill>
                <a:latin typeface="Arial"/>
              </a:rPr>
              <a:t>O Senhor é meu pastor e nada me faltará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主は私の羊飼いであり、私は何も欠けることがない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死の影の谷を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shino kage no tani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Senhor é meu pastor e nada me faltará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歩むときにも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ayumu tokinimo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Senhor é meu pastor e nada me faltará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私はなにも恐れない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 hananimo osore nai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Senhor é meu pastor e nada me faltará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主がともにいるから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gatomoniirukara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Senhor é meu pastor e nada me faltará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主よ　あなただけを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yo anatadakewo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Senhor é meu pastor e nada me faltará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信じ　歩みます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shinji ayumi masu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Senhor é meu pastor e nada me faltará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いつくしみと　恵みが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itsukushimito megumi 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Senhor é meu pastor e nada me faltará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私を追うでしょう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 wo ou deshou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Senhor é meu pastor e nada me faltará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