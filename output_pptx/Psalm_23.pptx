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10" b="1" i="0">
                <a:solidFill>
                  <a:srgbClr val="FFFFFF"/>
                </a:solidFill>
                <a:latin typeface="Arial"/>
              </a:rPr>
              <a:t>O Senhor é meu pastor e nada me faltará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Faz-me deitar em verdes pastos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Por águas tranquilas me guiará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Restaurada é minha alma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Por amor do Seu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Ainda que eu ande pelo vale da sombra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temerei o 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Pois Tu estás comigo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Por águas tranquilas me guiará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Restaurada é minha alma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Caminhando na vereda da justiça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Por amor do Seu nome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Ainda que eu ande pelo vale da sombra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Pois Tu estás comigo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Teu cajado e teu bordão me consolam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10" b="1" i="0">
                <a:solidFill>
                  <a:srgbClr val="FFFFFF"/>
                </a:solidFill>
                <a:latin typeface="Arial"/>
              </a:rPr>
              <a:t>O Senhor é meu pastor e nada me faltará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Faz-me deitar em verdes pastos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Por amor do Seu nome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Ainda que eu ande pelo vale da sombra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temerei o 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Pois Tu estás comigo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Teu cajado e teu bordão me consolam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10" b="1" i="0">
                <a:solidFill>
                  <a:srgbClr val="FFFFFF"/>
                </a:solidFill>
                <a:latin typeface="Arial"/>
              </a:rPr>
              <a:t>O Senhor é meu pastor e nada me faltará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