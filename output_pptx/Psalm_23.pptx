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Faz-me deitar em verdes pastos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águas tranquilas me guiará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Restaurada é minha alma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temerei o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主は我が羊飼い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ha waga hitsujikai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águas tranquilas me guiará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緑の牧場に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midori no bokujou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Restaurada é minha alma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いこいのみぎわに　主は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ikoinomigiwani shu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Caminhando na vereda da justiça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導いてくださる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 tekudasaru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あなただけを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anatadakewo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信じ　歩みます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 ayumi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Teu cajado e teu bordão me consolam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いつくしみと　恵みが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itsukushimito megumi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私を追うでしょう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wo ou deshou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Faz-me deitar em verdes pastos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amor do Seu nome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Ainda que eu ande pelo vale da sombra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temerei o mal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Tu estás comigo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Teu cajado e teu bordão me consolam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Senhor é meu pastor e nada me faltará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死の影の谷を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shino kage no tani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歩むときにも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ayumu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私はなにも恐れない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hananimo osore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主がともにいるから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gatomoniirukara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あなただけを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anatadakewo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信じ　歩みます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 ayumi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いつくしみと　恵みが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itsukushimito megumi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私を追うでしょう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wo ou deshou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meu pastor e nada me faltará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