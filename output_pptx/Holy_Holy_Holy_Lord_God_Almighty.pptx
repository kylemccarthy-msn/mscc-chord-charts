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Senhor Deus Todo-Poderoso!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Cedo pela manhã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Nossa canção soa para Ti;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Misericordioso e Poderoso!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Deus em três pessoas,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Benedita Trindade!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Senhor Deus Todo-Poderoso!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Cedo pela manhã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Nossa canção soa para Ti;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Misericordioso e Poderoso!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Deus em três pessoas,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Benedita Trindade!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Todas as tuas obras louvarão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