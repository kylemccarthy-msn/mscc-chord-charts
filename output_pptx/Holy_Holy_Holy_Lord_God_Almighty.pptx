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聖なる　聖なる　聖なるかな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hijiri naru hijiri naru hijiri narukana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 Deus Todo-Poderoso!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全能なる主なる神よ！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われらの讃美を　受けたまえ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warerano sanbi wo uke tamae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Cedo pela manhã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朝早く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恵みにあふれ　力に満ち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niafure chikara ni michi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Nossa canção soa para Ti;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私たちの歌はあなたへ響き渡ります；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三つにいまして　ひとりの主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mittsu niimashite hitorino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Misericordioso e Poderoso!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聖なるかな、聖なるかな、聖なるかな！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慈悲深く全能なる神よ！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em três pessoas,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Benedita Trindade!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三つの位格の神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祝福された三位一体よ！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聖なるかな、聖なるかな、聖なるかな！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聖なるかな、聖なるかな、聖なるかな！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 Deus Todo-Poderoso!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Cedo pela manhã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全能なる主なる神よ！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朝早く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Nossa canção soa para Ti;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私たちの歌はあなたへ響き渡ります；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聖なるかな、聖なるかな、聖なるかな！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Misericordioso e Poderoso!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慈悲深く全能なる神よ！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聖なる　聖なる　聖なるかな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hijiri naru hijiri naru hijiri narukana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em três pessoas,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三つの位格の神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罪ある目には　隠れても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aru meni ha kakure temo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Benedita Trindade!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祝福された三位一体よ！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並ぶものなき　聖なる神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narabu mononaki hijiri naru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Santo, Santo, Santo!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聖なるかな、聖なるかな、聖なるかな！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愛と力の　栄えの主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to chikara no sakae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Deus Todo-Poderoso!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Todas as tuas obras louvarão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あなたのすべての業は賛美するでしょう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