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安らかな 流れの とき-も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yasurakana nagareno tokimo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悲しみ 　の 　波も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kanashimi no namimo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Está Bem com a Minha Alma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Quando a paz como um rio acompanha meu caminho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主にあれ-ば　みな 喜-び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ni areba mina yorokobi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こころ　　満たす 平-和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mitasu heiwa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Quando tristezas como ondas do mar me rolam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que quer que seja minha sorte, aprendi a dizer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Está Bem com a Minha Alma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Arial"/>
              </a:rPr>
              <a:t>Quando a paz como um rio acompanha meu caminho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安らかな 流れの とき-も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悲しみ 　の 　波も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Quando tristezas como ondas do mar me rolam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O que quer que seja minha sorte, aprendi a dizer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主にあれ-ば　みな 喜-び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　　満たす 平-和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Está bem, está bem com a minha alma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100" b="1" i="0">
                <a:solidFill>
                  <a:srgbClr val="FFFFFF"/>
                </a:solidFill>
                <a:latin typeface="Arial"/>
              </a:rPr>
              <a:t>Meu pecado, ó a alegria desse pensamento glorioso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Meu pecado, não em parte, mas 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心     (こころ)       満たす    (みたす)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　みたす　へいわ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Está pregado na cruz e não o carrego mais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o Senhor descerá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心     (こころ)       満たす    (みたす)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　みたす　へいわ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Aleluia, está bem com a minha alma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o Senhor descerá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心     (こころ)       満たす    (みたす)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　みたす　へいわ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心     (こころ)       満たす    (みたす)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(kokoro)    mitasu (mitasu)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こころ　みたす　へいわ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  mitasu  heiwa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Meu pecado, ó a alegria desse pensamento glorioso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Meu pecado, não em parte, mas todo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すべての 罪は-十-字架 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 no tsumi wa jyuujikani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釘 付け られ-て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kugi tsukerarete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Está Bem com a Minha Alma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Quando a paz como um rio acompanha meu caminho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解き 放た-れた よろこび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toki hanatareta yorokobi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誉めよ、イエス を 誉めよ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homeyo iesu wo homeyo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Quando tristezas como ondas do mar me rolam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que quer que seja minha sorte, aprendi a dizer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心     (こころ)       満たす    (みたす)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(kokoro)    mitasu (mitasu)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こころ　みたす　へいわ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  mitasu  heiwa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Meu pecado, ó a alegria desse pensamento glorioso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Meu pecado, não em parte, mas todo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Louvado seja o Senhor, ó minha alma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Está bem com a minha alma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Está bem com a minha alma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Está bem, está bem com a minha alma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Senhor, apressa o dia em que a fé se tornará visão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O nuvens se enrolarão, o trombete soará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100" b="1" i="0">
                <a:solidFill>
                  <a:srgbClr val="FFFFFF"/>
                </a:solidFill>
                <a:latin typeface="Arial"/>
              </a:rPr>
              <a:t>Meu pecado, ó a alegria desse pensamento glorioso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Meu pecado, não em parte, mas 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心     (こころ)       満たす    (みたす)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　みたす　へいわ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Está pregado na cruz e não o carrego mais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o Senhor descerá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心     (こころ)       満たす    (みたす)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　みたす　へいわ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Aleluia, está bem com a minha alma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o Senhor descerá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心     (こころ)       満たす    (みたす)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　みたす　へいわ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心     (こころ)       満たす    (みたす)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(kokoro)    mitasu (mitasu)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こころ　みたす　へいわ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  mitasu  heiwa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Meu pecado, ó a alegria desse pensamento glorioso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Meu pecado, não em parte, mas todo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