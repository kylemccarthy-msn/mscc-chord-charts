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era perdido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lembro quem eu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estava às trevas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estava cego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pecado me separava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abismo era enorme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道を造り、  溝を埋め立て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michi o tsukuri, mizo o umetate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天の御座を捨て、ここに築いた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ten no miza o sute, koko ni kizuita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era perdido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lembro quem eu 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十字架で   代価を払い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juujika de daika o harai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鎖を砕いて、自由をくれた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kusari o kudaite, jiyuu o kureta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estava às trevas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estava cego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Quebraste minhas 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Libertaste minha 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あなたの血が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洗いきよめた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Pela primeira vez tive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Obrigado, Jesus, pelo sangue derramado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救ってくれた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暗闇から、      光の中へ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Andando nesse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pelo sangue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Andando nesse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pelo sangue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   罪の代わりに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tsumi no kawari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墓に葬られて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haka ni houmurarete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me mantiveste no Teu olhar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abriste um caminho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蘇られた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yomigaerareta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だから罪の   とげはもう無い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dakara tsumi no toge wa mou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Atravessaste o grande separador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trono celestial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子羊の血で、永久のいのちへ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kohitsuji no chi de, towa no inochi 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ali na cruz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me mantiveste no Teu olhar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abriste um caminho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   罪の代わりに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墓に葬られて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Atravessaste o grande separador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trono celestial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蘇られた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だから罪の   とげはもう無い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ali na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Pagaste a dívida que eu devia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子羊の血で、永久のいのちへ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Quebraste minhas 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Libertaste minha 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あなたの血が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洗いきよめた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Pela primeira vez tive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Obrigado, Jesus, pelo sangue derramado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救ってくれた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暗闇から、      光の中へ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Andando nesse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pelo sangue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Andando nesse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pelo sangue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Tu me lavaste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Obrigado, Jesus, salvaste a minha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これほど偉大で力あるものはない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血潮が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Tiraste-me das trevas para 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volta está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私たちを天の父の子と呼ばせる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血潮が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Alegria chegou ao meu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Quão livre me sinto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これほど偉大で力あるものはない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kore hodo idai de chikara aru mono wa 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血潮が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chishio 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Obrigado, Jesus, Tu me lavaste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Obrigado, Jesus, salvaste a minha vida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私たちを天の父の子と呼ばせる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watashitachi wo ten no chichi no ko to yobaseru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血潮が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chishio 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Tiraste-me das trevas para a luz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volta está completa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Thank You, Jesus あなたの血が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no chi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Thank You, Jesus 洗いきよめた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arai kiyometa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Quebraste minhas correntes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Libertaste minha alma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Thank You, Jesus 救ってくれた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sukutte kureta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暗闇から、      光の中へ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kurayami kara, hikari no naka 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Pela primeira vez tive esperança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Obrigado, Jesus, pelo sangue derramado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Quebraste minhas 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Libertaste minha 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あなたの血が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洗いきよめた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Pela primeira vez tive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Obrigado, Jesus, pelo sangue derramado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Thank You, Jesus 救ってくれた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暗闇から、      光の中へ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Andando nesse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pelo sangue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Andando nesse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Obrigado, Jesus, pelo sangue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