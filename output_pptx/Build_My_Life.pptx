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すべてのほめ歌でさえも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home uta desae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すべての賛美を合わせても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sanbi wo awasetemo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Digno de toda canção que possamos cantar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Digno de todo louvor que possamos oferecer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讃えきれないあなたのその名 主イエスよ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tatae kirenai anata no sonona shu iesu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すべての名に勝る御名を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nani masaru mina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Digno de cada fôlego que possamos 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Vivemos para 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救う力を持つその御名を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sukuu chikara wo motsu so no mina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唇にのせていま歌おう　主イエスよ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kuchibiru ni nosete  ima utaou shu iesu 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Jesus, um nome acima de todo nome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Jesus, o único que pode nos salvar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AAAA"/>
                </a:solidFill>
                <a:latin typeface="Arial"/>
              </a:rPr>
              <a:t>Holy anata dakega yuiitsu no kami watashi no me hiraite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　心にあふれ あなたを知る この愛こそあなた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1">
                <a:solidFill>
                  <a:srgbClr val="AAAAAA"/>
                </a:solidFill>
                <a:latin typeface="Arial"/>
              </a:rPr>
              <a:t>ai kokoro ni afure anata wo shiru  kono ai koso anata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Santo, não há ninguém como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há outro além de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Digno de toda canção que possamos cantar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Digno de todo louvor que possamos oferecer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あらゆる歌の価値があります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あらゆる賛美を受けるに値します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Digno de cada fôlego que possamos 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Vivemos para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すべての息吹を捧げるに相応しい方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私たちはあなたのために生きます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Jesus, um nome acima de todo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Jesus, o único que pode nos salvar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イエスよ、すべての名前より高い名前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イエスよ、ただあなただけが私たちを救える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Digno de cada fôlego que possamos 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Vivemos para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すべての息吹を捧げるに相応しい方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私たちはあなたのために生きます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não há ninguém como 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outro além de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　心にあふれ あなたを知る この愛こそあなた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Abre os meus olhos em maravilha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Mostra-me quem Tu 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  心にあふれ あなたを知る この愛こそあなた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Enche-me com Teu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guia-me em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あなたの心で私を満たしてください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あなたの愛で私を導いてください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Edifico minha vida em Ti,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Ti somente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ゆるぎなき　主の愛　その上に築く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この人生　信仰　私は倒れない (x2)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Edifico minha vida em Ti,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Ti somente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主よ、私はあなたの上に人生を築きます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ただあなたのみに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AAAA"/>
                </a:solidFill>
                <a:latin typeface="Arial"/>
              </a:rPr>
              <a:t>Holy anata dakega yuiitsu no kami watashi no me hiraite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  心にあふれ あなたを知る この愛こそあなた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kokoro ni afure anata wo shiru kono ai koso anata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Santo, não há ninguém como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Não há outro além de 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não há ninguém como 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outro além de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　心にあふれ あなたを知る この愛こそあなた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Abre os meus olhos em maravilha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Mostra-me quem Tu 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Holy あなただけが唯一の神　私の目 ひらいて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  心にあふれ あなたを知る この愛こそあなた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Enche-me com Teu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guia-me em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あなたの心で私を満たしてください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あなたの愛で私を導いてください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ゆるぎなき　主の愛　その上に築く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yurukinaki shu no ai sono ue ni kizuku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この人生　信仰　私は倒れない (x2)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inochi     shinkou watashi wa taorenai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Edifico minha vida em Ti, Senhor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Ti somente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