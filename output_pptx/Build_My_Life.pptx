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すべてのほめ歌でさえも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subete no home uta desae 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すべての賛美を合わせても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subete no sanbi wo awasetemo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Digno de toda canção que possamos cantar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Digno de todo louvor que possamos oferecer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讃えきれないあなたのその名 主イエスよ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tatae kirenai anata no sonona shu iesu yo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すべての名に勝る御名を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subete no nani masaru mina wo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Digno de cada fôlego que possamos dar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Vivemos para Ti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救う力を持つその御名を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sukuu chikara wo motsu so no mina 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唇にのせていま歌おう　主イエスよ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kuchibiru ni nosete  ima utaou shu iesu yo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Jesus, um nome acima de todo nome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Jesus, o único que pode nos salvar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Holy あなただけが唯一の神　私の目 ひらいて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AAAAAA"/>
                </a:solidFill>
                <a:latin typeface="Arial"/>
              </a:rPr>
              <a:t>Holy anata dakega yuiitsu no kami watashi no me hiraite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愛　心にあふれ あなたを知る この愛こそあなた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300" b="0" i="1">
                <a:solidFill>
                  <a:srgbClr val="AAAAAA"/>
                </a:solidFill>
                <a:latin typeface="Arial"/>
              </a:rPr>
              <a:t>ai kokoro ni afure anata wo shiru  kono ai koso anata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Santo, não há ninguém como Tu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Não há outro além de Ti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  <a:latin typeface="Arial"/>
              </a:rPr>
              <a:t>Digno de toda canção que possamos cantar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Arial"/>
              </a:rPr>
              <a:t>Digno de todo louvor que possamos oferecer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00" b="1" i="0">
                <a:solidFill>
                  <a:srgbClr val="FFFFFF"/>
                </a:solidFill>
                <a:latin typeface="Arial"/>
              </a:rPr>
              <a:t>Digno de cada fôlego que possamos dar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Vivemos para Ti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  <a:latin typeface="Arial"/>
              </a:rPr>
              <a:t>Jesus, um nome acima de todo nome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500" b="1" i="0">
                <a:solidFill>
                  <a:srgbClr val="FFFFFF"/>
                </a:solidFill>
                <a:latin typeface="Arial"/>
              </a:rPr>
              <a:t>Jesus, o único que pode nos salvar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00" b="1" i="0">
                <a:solidFill>
                  <a:srgbClr val="FFFFFF"/>
                </a:solidFill>
                <a:latin typeface="Arial"/>
              </a:rPr>
              <a:t>Digno de cada fôlego que possamos dar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Vivemos para Ti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Santo, não há ninguém como Tu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Não há outro além de Ti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Holy あなただけが唯一の神　私の目 ひらいて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愛　心にあふれ あなたを知る この愛こそあなた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Abre os meus olhos em maravilha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Mostra-me quem Tu és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Holy あなただけが唯一の神　私の目 ひらいて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愛  心にあふれ あなたを知る この愛こそあなた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Enche-me com Teu coração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guia-me em Teu amor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Edifico minha vida em Ti, Senhor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Em Ti somente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ゆるぎなき　主の愛　その上に築く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この人生　信仰　私は倒れない (x2)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Edifico minha vida em Ti, Senhor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Em Ti somente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Holy あなただけが唯一の神　私の目 ひらいて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AAAAAA"/>
                </a:solidFill>
                <a:latin typeface="Arial"/>
              </a:rPr>
              <a:t>Holy anata dakega yuiitsu no kami watashi no me hiraite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愛  心にあふれ あなたを知る この愛こそあなた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ai kokoro ni afure anata wo shiru kono ai koso anata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Santo, não há ninguém como Tu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Não há outro além de Ti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Santo, não há ninguém como Tu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Não há outro além de Ti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Holy あなただけが唯一の神　私の目 ひらいて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愛　心にあふれ あなたを知る この愛こそあなた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Abre os meus olhos em maravilha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Mostra-me quem Tu és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Holy あなただけが唯一の神　私の目 ひらいて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愛  心にあふれ あなたを知る この愛こそあなた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Enche-me com Teu coração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guia-me em Teu amor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ゆるぎなき　主の愛　その上に築く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yurukinaki shu no ai sono ue ni kizuku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この人生　信仰　私は倒れない (x2)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kono inochi     shinkou watashi wa taorenai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Edifico minha vida em Ti, Senhor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Em Ti somente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