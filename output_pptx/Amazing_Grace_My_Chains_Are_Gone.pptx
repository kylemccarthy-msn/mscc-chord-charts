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Maravilhosa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Maravilhosa graça, quão doce é o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おどろくばかりの めぐみなりき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この身のけがれを 知れるわれに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salvou um miserável como 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Eu estive perdido, mas agora fui encontrado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私のような惨めな者を救った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私は迷っていたが、今は見つけられた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Era cego, mas agora eu vejo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Foi a graça que ensinou meu coração a temer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めぐみはわが身の おそれを消し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まかするこころを おこさせたり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 graça meus medos aliviou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Quão preciosa foi a aparição da graça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そして恵みが私の恐れを和らげた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何と貴い恵みの現れだろう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 hora em que eu acreditei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Minhas correntes se foram, eu fui liberto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鎖 - は解かれて 　罪人が自由に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あわれ-み流れる  恵と   主の愛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Meu Deus, meu Salvador, me resgatou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E como num dilúvio, Sua misericórdia chove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鎖 - は解かれて 　罪人が自由に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あわれ-み流れる  恵と   主の愛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Senhor prometeu-me o bem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Sua palavra assegura minha esperança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主は私に良いことを約束された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御言葉は私の希望を確かにする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meu escudo e proteção será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Enquanto a vida durar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彼は私の盾と守り手となるだろう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人生が続く限り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おどろくばかりの めぐみなりき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odoroku bakari no megumi nariki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この身のけがれを 知れるわれに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mi no kegare wo shireru ware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Maravilhosa Graça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Maravilhosa graça, quão doce é o som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鎖 - は解かれて 　罪人が自由に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kusari wa tokarete tsumibito ga jiyuu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あわれ-み流れる  恵と   主の愛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aware mi nagareru megumi to shu no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 hora em que eu acreditei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Minhas correntes se foram, eu fui liberto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めぐみはわが身の おそれを消し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megumi wa waga mi no osore wo keshi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まかするこころを おこさせたり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makasuru kokoro wo okosasetari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Era cego, mas agora eu vejo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Foi a graça que ensinou meu coração a temer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鎖 - は解かれて 　罪人が自由に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kusari wa tokarete tsumibito ga jiyuu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あわれ-み流れる  恵と   主の愛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aware mi nagareru megumi to shu no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 hora em que eu acreditei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Minhas correntes se foram, eu fui liberto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 hora em que eu acreditei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Minhas correntes se foram, eu fui liberto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鎖 - は解かれて 　罪人が自由に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あわれ-み流れる  恵と   主の愛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Meu Deus, meu Salvador, me resgatou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E como num dilúvio, Sua misericórdia chove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鎖 - は解かれて 　罪人が自由に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あわれ-み流れる  恵と   主の愛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Senhor prometeu-me o bem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Sua palavra assegura minha esperança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主は私に良いことを約束された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御言葉は私の希望を確かにする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meu escudo e proteção será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Enquanto a vida durar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彼は私の盾と守り手となるだろう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人生が続く限り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