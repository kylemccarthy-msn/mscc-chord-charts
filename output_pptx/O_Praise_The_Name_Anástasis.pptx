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カルバリの丘の     十字架の   上   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karubari no oka no juujika no ue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Para o calvário olharei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Para o calvário olharei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Arial"/>
              </a:rPr>
              <a:t>傷つ き   死なれ た わた しの   す-くい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kizutsu ki shina re ta wata shino su - kui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Para o calvário olharei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Onde por mim morreu Jesus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亜麻ぬのに巻かれ ヨセフの墓へ 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ama nunoni maka re yosefu no haka he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Para o calvário olharei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Vejo seu corpo em tanta dor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出口 は   閉ざさ   れ   一人ほ-むられ 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deguchi ha toza sa re hitori ho - murare 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Para o calvário olharei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Naquela cruz, meu Salvador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Seu corpo sepultado foi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Na tumba que José comprou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Sozinho ali, O Rei ficou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Jesus Messias, o Senhor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Louvai Seu nome sem cessar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Pra sempre eu Te exaltarei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Senhor, Senhor meu Deus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no terceiro dia então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500" b="1" i="0">
                <a:solidFill>
                  <a:srgbClr val="FFFFFF"/>
                </a:solidFill>
                <a:latin typeface="Arial"/>
              </a:rPr>
              <a:t>Onde está, oh morte, teu aguilhão?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 Cristo O Rei, a adoração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Louvai o nome do nosso Deus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Louvai Seu nome sem cessar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em meio aos santos subirei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Sua face eu contemplarei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Louvai o nome do nosso Deus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Louvai Seu nome sem cessar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3 日目の    夜明けに 神の子   イエス  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3  nichime no yoake ni kaminoko iesu 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Para o calvário olharei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死を打ち砕い  て よみがえられ-た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 wo uchi kudai te yomigaerare - 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Para o calvário olharei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たたえよう神の名を 主の名を永えんに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tataeyou kami no mei wo omono mei wo ei enni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Para o calvário olharei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たたえよう いつまでも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tataeyou itsumademo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Para o calvário olharei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イエスあなたを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iesu anatawo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Para o calvário olharei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栄こうをまとい イエスは来られ-る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sakae kouwomatoi iesu ha kora re - 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Para o calvário olharei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私は       見るだろう 輝-く         御顔-を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 ha miru darou teru - ku o kao -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Para o calvário olharei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