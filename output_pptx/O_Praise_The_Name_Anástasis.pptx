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カルバリの丘の  十字架の上で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karubari no oka no juujika no ue 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傷つき死なれた  私の救い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kizu tsuki shinareta watashi no sukui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亜麻布に巻かれ  ヨセフの墓へと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amanuno ni makare  yosefu no haka he 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出口は閉ざされ 一人葬られた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deguchi wa tozasare  hitori houmurareta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讃えよう、神の名を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tataeyo kami no na wo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主の名を　永遠に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shu no na wo eien ni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讃えよう　いつまでも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tataeyou itsumademo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イエス　あなたを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iesu anata wo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讃えよう、神の名を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tataeyo kami no na wo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主の名を　永遠に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shu no na wo eien ni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歌おう　いつまでも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tataeyou itsumademo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イエス　あなたを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iesu anata wo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