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カルバリの丘の     十字架の   上   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karubari no oka no juujika no ue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 calvário olharei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Para o calvário olharei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カルバリの丘を見つめます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傷つ き   死なれ た わた しの   す-くい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kizutsu ki shina re ta wata shino su - kui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 calvário olharei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Onde por mim morreu Jesus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イエスは私のために死なれました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亜麻ぬのに巻かれ ヨセフの墓へ 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ama nunoni maka re yosefu no haka he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 calvário olharei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Vejo seu corpo em tanta 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彼の苦しみに満ちた体が見えます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出口 は   閉ざさ   れ   一人ほ-むられ 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deguchi ha toza sa re hitori ho - murare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 calvário olharei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Naquela cruz, meu Salvador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Seu corpo sepultado foi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あの十字架で、わが救い主よ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彼の体は埋葬されました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Na tumba que José comprou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Sozinho ali, O Rei ficou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ヨセフが買った墓に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そこに一人、王は留まられました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Messias, o Senhor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Louvai Seu nome sem cessar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イエス・メシア、主よ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絶えずその名を褒め称えよ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Pra sempre eu Te exaltarei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Senhor, Senhor meu Deus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永遠にあなたをあがめます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主よ、主よ、わが神よ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no terceiro dia então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Onde está, oh morte, teu aguilhão?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そして三日目に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死よ、あなたの針はどこにあるか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Cristo O Rei, a adoração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Louvai o nome do nosso Deus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キリスト、王への礼拝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わが神の名を褒め称えよ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Louvai Seu nome sem cessar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em meio aos santos subirei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絶えずその名を褒め称えよ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聖徒たちの中で私は上ります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Sua face eu contemplarei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Louvai o nome do nosso Deus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その御顔を見つめます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わが神の名を褒め称えよ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Louvai Seu nome sem cessar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絶えずその名を褒め称えよ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3 日目の    夜明けに 神の子   イエス  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3  nichime no yoake ni kaminoko iesu 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 calvário olharei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死を打ち砕い  て よみがえられ-た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 wo uchi kudai te yomigaerare -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 calvário olharei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たたえよう神の名を 主の名を永えんに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tataeyou kami no mei wo omono mei wo ei enni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 calvário olharei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たたえよう いつまでも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tataeyou itsumademo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 calvário olharei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イエスあなたを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iesu anatawo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 calvário olharei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栄こうをまとい イエスは来られ-る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sakae kouwomatoi iesu ha kora re - 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 calvário olharei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私は       見るだろう 輝-く         御顔-を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ha miru darou teru - ku o kao -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 calvário olharei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