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Coroai o Rei dos Reis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Cordeiro em Seu trono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Enquanto a música celestial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Ressoa ao redor do 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Coroai-O com muitas coroas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Cordeiro em Seu trono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Desperta, minha alma, e canta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Dos favores que Ele deu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Ricos ferimentos ainda visíveis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Em beleza glorificada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Coroai-O com muitas coroas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Cordeiro em Seu trono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Desperta, minha alma, e canta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Dos favores que Ele deu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Coroai-O Senhor da vida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triunfou sobre a cova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Desperta, minha alma, e canta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