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小羊をば　ほめたたえよ！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kohitsuji woba hometataeyo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妙なる歌声　天に満ちて。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myouna ru utagoe ten ni michi te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em Seu trono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神の民よ、恵みの主に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kami no tami yo , megumi no omoni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Enquanto a música celestial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栄えのかむりを　ささげ歌わん。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sakae nokamuriwo sasage utawa n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Ressoa ao redor do nome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Coroai-O com muitas coroas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em Seu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Desperta, minha alma, e canta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Dos favores que Ele deu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Ricos ferimentos ainda visíveis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Em beleza glorificada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Coroai-O com muitas coroas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O Cordeiro em Seu trono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Desperta, minha alma, e canta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Dos favores que Ele deu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主なるイエスを　ほめたたえよ！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omona ru iesu wo hometataeyo 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Coroai-O Senhor da vida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我らの苦しみ　負いしイエスを。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warera no kurushi mi oi shi iesu wo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Que triunfou sobre a cova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十字架の血の　救いの主に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juujika no chi no sukui no omoni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702052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Desperta, minha alma, e canta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500884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>栄えのかむりを　ささげ歌わん。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3268980"/>
            <a:ext cx="1091153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AAAAAA"/>
                </a:solidFill>
                <a:latin typeface="Arial"/>
              </a:rPr>
              <a:t>sakae nokamuriwo sasage utawa n 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4046220"/>
            <a:ext cx="10911535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28282"/>
                </a:solidFill>
                <a:latin typeface="Arial"/>
              </a:rPr>
              <a:t>Coroai o Rei dos Reis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52828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2985516"/>
            <a:ext cx="1091153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800" b="1" i="0">
                <a:solidFill>
                  <a:srgbClr val="FFFFFF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