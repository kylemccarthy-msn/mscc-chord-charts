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小羊をば　ほめたたえよ！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kohitsuji woba hometataeyo 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Coroai o Rei dos Reis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Coroai o Rei dos Reis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諸王の王を戴冠させよ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妙なる歌声　天に満ちて。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myouna ru utagoe ten ni michi te 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Coroai o Rei dos Reis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Cordeiro em Seu trono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玉座の子羊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神の民よ、恵みの主に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no tami yo , megumi no omoni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Coroai o Rei dos Reis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Enquanto a música celestial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天の音楽が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栄えのかむりを　ささげ歌わん。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sakae nokamuriwo sasage utawa n 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Coroai o Rei dos Reis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Ressoa ao redor do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Coroai-O com muitas coroas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その御名の周りに響き渡る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多くの冠でお戴冠させよ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Cordeiro em Seu trono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Desperta, minha alma, e canta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玉座の子羊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わが魂よ、目覚めて歌え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Dos favores que Ele deu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Ricos ferimentos ainda visíveis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主が与えられた恵みから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なお見える豊かな傷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beleza glorificada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Coroai-O com muitas coroas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栄光のうちに美しく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多くの冠でお戴冠させよ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Cordeiro em Seu trono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Desperta, minha alma, e canta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玉座の子羊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わが魂よ、目覚めて歌え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Dos favores que Ele deu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主が与えられた恵みから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主なるイエスを　ほめたたえよ！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omona ru iesu wo hometataeyo 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Coroai o Rei dos Reis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Coroai-O Senhor da vida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命の主を戴冠させよ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我らの苦しみ　負いしイエスを。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warera no kurushi mi oi shi iesu wo 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Coroai o Rei dos Reis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triunfou sobre a cova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よみの穴に勝利された方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十字架の血の　救いの主に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juujika no chi no sukui no omoni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Coroai o Rei dos Reis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Desperta, minha alma, e canta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わが魂よ、目覚めて歌え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栄えのかむりを　ささげ歌わん。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sakae nokamuriwo sasage utawa n 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Coroai o Rei dos Reis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