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Exaltado e bem alto, brilhando a luz da Tua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"/>
              </a:rPr>
              <a:t>Derrame Teu amor e poder, pois Tu és 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高く上げられた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栄光に輝く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愛を捧げるため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quero Te 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quero Te 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高く上げられた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takaku agerareta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栄光に輝く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ni kagayaku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Exaltado e bem alto, brilhando a luz da Tua glória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Derrame Teu amor e poder, pois Tu és santo, santo, santo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主イエスあなたに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anata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愛を捧げるため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wo sasageru tame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santo,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santo, santo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清い御名を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kiyoi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誉めたたえるときに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hometataeru to ki 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愛と力　注いでください主よ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aito chikara sosoide kudasai shuYo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Exaltado e bem alto, brilhando a luz da Tua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"/>
              </a:rPr>
              <a:t>Derrame Teu amor e poder, pois Tu és 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高く上げられた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栄光に輝く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愛を捧げるため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