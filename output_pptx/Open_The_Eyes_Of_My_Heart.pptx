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Arial"/>
              </a:rPr>
              <a:t>Exaltado e bem alto, brilhando a luz da Tua glória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700" b="1" i="0">
                <a:solidFill>
                  <a:srgbClr val="FFFFFF"/>
                </a:solidFill>
                <a:latin typeface="Arial"/>
              </a:rPr>
              <a:t>Derrame Teu amor e poder, pois Tu és santo, santo, santo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高く上げられた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栄光に輝く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Santo, santo, santo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Santo, santo, santo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主イエスあなたに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愛を捧げるため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Santo, santo, santo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Eu quero Te 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聖い、聖い、聖い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あなたを見たいです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Santo, santo, santo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Eu quero Te 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聖い、聖い、聖い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あなたを見たいです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高く上げられた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takaku agerareta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栄光に輝く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eikou ni kagayaku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Exaltado e bem alto, brilhando a luz da Tua glória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Derrame Teu amor e poder, pois Tu és santo, santo, santo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主イエスあなたに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iesu anata 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愛を捧げるため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ai wo sasageru tame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Santo, santo, santo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Santo, santo, santo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清い御名を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kiyoi mina 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誉めたたえるときに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hometataeru to ki 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Vosso nome puro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Quando o louvo e exalto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愛と力　注いでください主よ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aito chikara sosoide kudasai shuYo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Derrama amor e força, Senhor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Arial"/>
              </a:rPr>
              <a:t>Exaltado e bem alto, brilhando a luz da Tua glória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700" b="1" i="0">
                <a:solidFill>
                  <a:srgbClr val="FFFFFF"/>
                </a:solidFill>
                <a:latin typeface="Arial"/>
              </a:rPr>
              <a:t>Derrame Teu amor e poder, pois Tu és santo, santo, santo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高く上げられた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栄光に輝く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Santo, santo, santo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Santo, santo, santo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主イエスあなたに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愛を捧げるため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