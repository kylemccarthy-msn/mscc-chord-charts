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16" b="1" i="0">
                <a:solidFill>
                  <a:srgbClr val="FFFFFF"/>
                </a:solidFill>
                <a:latin typeface="Arial"/>
              </a:rPr>
              <a:t>Exaltado e bem alto, brilhando a luz da Tua glória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高く上げられた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14" b="1" i="0">
                <a:solidFill>
                  <a:srgbClr val="FFFFFF"/>
                </a:solidFill>
                <a:latin typeface="Arial"/>
              </a:rPr>
              <a:t>Derrame Teu amor e poder, pois Tu és santo, santo,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栄光に輝く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主イエスあなたに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愛を捧げるため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Eu quero Te 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Eu quero Te 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高く上げられた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takaku agerareta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20" b="0" i="1">
                <a:solidFill>
                  <a:srgbClr val="8C8C8C"/>
                </a:solidFill>
                <a:latin typeface="Arial"/>
              </a:rPr>
              <a:t>Exaltado e bem alto, brilhando a luz da Tua glória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栄光に輝く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eikou ni kagayaku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14" b="0" i="1">
                <a:solidFill>
                  <a:srgbClr val="8C8C8C"/>
                </a:solidFill>
                <a:latin typeface="Arial"/>
              </a:rPr>
              <a:t>Derrame Teu amor e poder, pois Tu és santo, santo, santo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主イエスあなたに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anata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Santo, santo,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愛を捧げるため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ai wo sasageru tame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Santo, santo, santo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清い御名を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kiyoi mina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誉めたたえるときに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hometataeru to ki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愛と力　注いでください主よ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aito chikara sosoide kudasai shuYo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16" b="1" i="0">
                <a:solidFill>
                  <a:srgbClr val="FFFFFF"/>
                </a:solidFill>
                <a:latin typeface="Arial"/>
              </a:rPr>
              <a:t>Exaltado e bem alto, brilhando a luz da Tua glória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高く上げられた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14" b="1" i="0">
                <a:solidFill>
                  <a:srgbClr val="FFFFFF"/>
                </a:solidFill>
                <a:latin typeface="Arial"/>
              </a:rPr>
              <a:t>Derrame Teu amor e poder, pois Tu és santo, santo,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栄光に輝く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主イエスあなたに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Santo, santo, santo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愛を捧げるため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