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心配は もう手放す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shinpai wa  mou tebanasu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何にも          縛られない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nani ni mo   shibararenai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Deus, Eu Olho Para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Deus, eu olho para Ti, eu não vou ser tragado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その目から    見る世界を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sono me kara   miru sekai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この目で        見えるように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me de     mieru you 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Dá-me visão para ver as coisas como Tu vês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Deus, eu olho para 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Deus, Eu Olho Para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Deus, eu olho para Ti, eu não vou ser tragado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Dá-me visão para ver as coisas como Tu vês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Deus, eu olho para 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estás onde o meu socorro vem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Dê-me sabedoria; Tu sabes exatamente o que fazer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Eu vou Te amar Senhor, minha força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Eu vou Te amar Senhor, meu escudo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私のちから    私のとりで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永遠に変わーらない  神を　愛します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Arial"/>
              </a:rPr>
              <a:t>Eu vou Te amar Senhor, minha rocha para sempre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Todos os meus dias eu vou Te amar, Deus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私のちから    私のとりで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永遠に変わーらない  神を　愛します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Aleluia, nosso Deus reina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Aleluia, nosso Deus reina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あなたから　  目をそらさず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kara          me wo sorasazu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何にも         とらわれない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nani ni mo   towararenai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Deus, Eu Olho Para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Deus, eu olho para Ti, eu não vou ser tragado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主、あなたに　  頼り生きる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anata ni           tayori ikiru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助けは　    主にあるから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tasuke wa  shu ni aru kara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Dá-me visão para ver as coisas como Tu vês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Deus, eu olho para 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私のちから    私のとりで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no chikara     watashi no toride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永遠に変わーらない  神を　愛します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eie-n ni kawa--ranai kami wo   ai shimasu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vou Te amar Senhor, minha força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vou Te amar Senhor, meu escudo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私のちから    私のとりで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no chikara     watashi no toride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永遠に変わーらない  神を　愛します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eie-n ni kawa--ranai kami wo   ai shimasu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vou Te amar Senhor, minha força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vou Te amar Senhor, meu escudo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世界を治め       私の日々を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sekai wo osame  watashi no hibi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命の限り        治める主よ  ハレルヤ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inochi no kagiri   osameru shu yo  hareruya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Aleluia, nosso Deus reina para sempre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Todos os meus dias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Aleluia, nosso Deus reina para sempre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Todos os meus 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世界を治め       私の日々を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命の限り        治める主よ  ハレルヤ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Aleluia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Aleluia, nosso Deus reina para sempre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