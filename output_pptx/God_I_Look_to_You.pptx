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心配は もう手放す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shinpai wa  mou tebanasu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何にも          縛られない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nani ni mo   shibararenai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その目から    見る世界を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sono me kara   miru sekai 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この目で        見えるように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kono me de     mieru you 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Deus, Eu Olho Para 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128" b="1" i="0">
                <a:solidFill>
                  <a:srgbClr val="FFFFFF"/>
                </a:solidFill>
                <a:latin typeface="Arial"/>
              </a:rPr>
              <a:t>Deus, eu olho para Ti, eu não vou ser tragado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352" b="1" i="0">
                <a:solidFill>
                  <a:srgbClr val="FFFFFF"/>
                </a:solidFill>
                <a:latin typeface="Arial"/>
              </a:rPr>
              <a:t>Dá-me visão para ver as coisas como Tu vês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Deus, eu olho para 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Tu estás onde o meu socorro vem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933" b="1" i="0">
                <a:solidFill>
                  <a:srgbClr val="FFFFFF"/>
                </a:solidFill>
                <a:latin typeface="Arial"/>
              </a:rPr>
              <a:t>Dê-me sabedoria; Tu sabes exatamente o que fazer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41" b="1" i="0">
                <a:solidFill>
                  <a:srgbClr val="FFFFFF"/>
                </a:solidFill>
                <a:latin typeface="Arial"/>
              </a:rPr>
              <a:t>Eu vou Te amar Senhor, minha força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66" b="1" i="0">
                <a:solidFill>
                  <a:srgbClr val="FFFFFF"/>
                </a:solidFill>
                <a:latin typeface="Arial"/>
              </a:rPr>
              <a:t>Eu vou Te amar Senhor, meu escudo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60" b="1" i="0">
                <a:solidFill>
                  <a:srgbClr val="FFFFFF"/>
                </a:solidFill>
                <a:latin typeface="Arial"/>
              </a:rPr>
              <a:t>Eu vou Te amar Senhor, minha rocha para sempre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10" b="1" i="0">
                <a:solidFill>
                  <a:srgbClr val="FFFFFF"/>
                </a:solidFill>
                <a:latin typeface="Arial"/>
              </a:rPr>
              <a:t>Todos os meus dias eu vou Te amar, Deus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Aleluia, nosso Deus reina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Aleluia, nosso Deus reina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あなたから　  目をそらさず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anata kara          me wo sorasazu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何にも         とらわれない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nani ni mo   towararenai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主、あなたに　  頼り生きる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shu anata ni           tayori ikiru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助けは　    主にあるから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tasuke wa  shu ni aru kara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私のちから    私のとりで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watashi no chikara     watashi no toride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永遠に変わーらない  神を　愛します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eie-n ni kawa--ranai kami wo   ai shimasu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私のちから    私のとりで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watashi no chikara     watashi no toride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永遠に変わーらない  神を　愛します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eie-n ni kawa--ranai kami wo   ai shimasu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世界を治め       私の日々を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sekai wo osame  watashi no hibi 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命の限り        治める主よ  ハレルヤ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344" b="0" i="1">
                <a:solidFill>
                  <a:srgbClr val="B4B4B4"/>
                </a:solidFill>
                <a:latin typeface="Arial"/>
              </a:rPr>
              <a:t>inochi no kagiri   osameru shu yo  hareruya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5" b="1" i="0">
                <a:solidFill>
                  <a:srgbClr val="FFFFFF"/>
                </a:solidFill>
                <a:latin typeface="Arial"/>
              </a:rPr>
              <a:t>Aleluia, nosso Deus reina para sempre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Todos os meus dias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Aleluia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5" b="1" i="0">
                <a:solidFill>
                  <a:srgbClr val="FFFFFF"/>
                </a:solidFill>
                <a:latin typeface="Arial"/>
              </a:rPr>
              <a:t>Aleluia, nosso Deus reina para sempre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