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705" b="1" i="0">
                <a:solidFill>
                  <a:srgbClr val="FFFFFF"/>
                </a:solidFill>
                <a:latin typeface="Arial"/>
              </a:rPr>
              <a:t>Louvai a Deus, de quem toda bênção vem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10" b="1" i="0">
                <a:solidFill>
                  <a:srgbClr val="FFFFFF"/>
                </a:solidFill>
                <a:latin typeface="Arial"/>
              </a:rPr>
              <a:t>Louvai-O nas alturas, ó hoste celestial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258568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20" b="1" i="0">
                <a:solidFill>
                  <a:srgbClr val="FFFFFF"/>
                </a:solidFill>
                <a:latin typeface="Arial"/>
              </a:rPr>
              <a:t>Louvai o Pai, o Filho e o Espírito Santo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Amém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4251960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たたえよ主の民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tataeyo shu no tami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みつかいと共に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mitsukai to tomoni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めぐみにあふれる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megumi ni afureru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ちち・子・聖霊を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chichi ko seirei 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たたえよ主の民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tataeyo shu no tami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みつかいと共に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mitsukai to tomoni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183794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めぐみにあふれる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56032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megumi ni afureru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98094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529584"/>
            <a:ext cx="1100297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</a:rPr>
              <a:t>ちち・子・聖霊を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51960"/>
            <a:ext cx="1100297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B4B4B4"/>
                </a:solidFill>
                <a:latin typeface="Arial"/>
              </a:rPr>
              <a:t>chichi ko seirei 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672584"/>
            <a:ext cx="1100297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C8C8C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