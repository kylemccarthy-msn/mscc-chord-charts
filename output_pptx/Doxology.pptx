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Louvai a Deus, de quem toda bênção vem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Louvai-O nas alturas, ó hoste celestial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神をほめたたえよ、すべての祝福はここから来る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高き所で神をほめたたえよ、天の万軍よ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Louvai o Pai, o Filho e o Espírito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Amém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父と子と聖霊をほめたたえよ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アーメン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たたえよ主の民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tataeyo shu no tami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みつかいと共に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mitsukai to tomoni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a Deus, de quem toda bênção vem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Louvai-O nas alturas, ó hoste celestial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めぐみにあふれる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ni afureru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ちち・子・聖霊を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ko seirei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o Pai, o Filho e o Espírito Santo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Amém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たたえよ主の民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tataeyo shu no tami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みつかいと共に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mitsukai to tomoni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a Deus, de quem toda bênção vem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Louvai-O nas alturas, ó hoste celestial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めぐみにあふれる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ni afureru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ちち・子・聖霊を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ko seirei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o Pai, o Filho e o Espírito Santo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Amém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