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Venho a Ti me confessar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Pra minha alma descansar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Sem Tuas mãos, perdido estou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Guia-me por Teu amor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御前に　ひれ伏し　やすらぎ　みつける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Mimaeni Hirefushi Yasuragi Mitsukeru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主なしでは　砕かれ　主だけが みちびく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90" b="0" i="1">
                <a:solidFill>
                  <a:srgbClr val="B4B4B4"/>
                </a:solidFill>
                <a:latin typeface="Arial"/>
              </a:rPr>
              <a:t>Shu nashi dewa Kudakare Shu dakega Michibiku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　あなたが必要   どんなときにも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Anataga Hitsuyou Do--na Tokinimo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私の盾　正義      　あぁ　主が必要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Watashino Tate Seigi   Aa Shuga Hitsuyou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Oh, Senhor, de Ti preciso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Mais e mais preciso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Meu defensor, justo e fiel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Vem, habita em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Se estou perdido, encontro a graça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主に立ち歌おう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Shuni Tachi Utaou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誘惑にあっても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Yuuwakuni Attemo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倒れるときでさえ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Taoreru Toki de sae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主イエスが希望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Iesuga Kibou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onde há graça, Tu estás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 estás aqui, há liberdade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Tua vida em mim é santidade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Oh, Senhor, de Ti preciso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Mais e mais preciso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Meu defensor, justo e fiel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Vem, habita em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quando a tentação surgir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　あなたが必要   どんなときにも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Anataga Hitsuyou Do--na Tokinimo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私の盾　正義      　あぁ　主が必要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Watashino Tate Seigi   Aa Shuga Hitsuyou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私の盾　正義　      あぁ　主が必要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Watashino Tate Seigi   Aa Shuga Hitsuyou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minha vida cante a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