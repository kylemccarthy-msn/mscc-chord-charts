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Tua voz me chama sobre as águas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Onde os meus pés podem falhar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あなたの声が水の上で私を呼んでいる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私の足が失敗するかもしれない場所で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ali Te encontro no mistério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meio ao mar, confiarei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そこであなたを神秘の中で見つける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海の中で、あなたを信じます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Ao Teu nome clamarei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além das ondas olharei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あなたの名を呼び  あなただけ見つめ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うねる波も あなたに抱かれ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 o mar crescer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Somente em Ti descansarei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越えて行こ 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あなたの中にのみ安らぎます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Pois eu sou Teu e Tu és meu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私はあなたのもの、あなたは私のもの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Ao Teu nome clamarei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além das ondas olharei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あなたの名を呼び  あなただけ見つめ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うねる波も あなたに抱かれ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 o mar crescer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Somente em Ti descansarei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越えて行こ 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あなたの中にのみ安らぎます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Pois eu sou Teu e Tu és meu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私はあなたのもの、あなたは私のもの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 estou cercado pelo medo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fiel, nunca vais falhar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もし恐れに囲まれていても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あなたは真実で、決して失敗しない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Ao Teu nome clamarei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além das ondas olharei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あなたの名前に叫びます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波を超えて見つめます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 o mar crescer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Somente em Ti descansarei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もし海が増し増しになっても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あなたの中にのみ安らぎます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Pois eu sou Teu e Tu és meu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Guia-me pra que em tudo em Ti confie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私はあなたのもの、あなたは私のもの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すべてであなたを信じるよう私を導いてください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信頼に限界のない場所へ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shinrai ni genkai no nai basho 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聖霊よ手を引いて  連れて行ってください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seireiyo te wo hiite tsurete itte kudasai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Se estou cercado pelo medo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 és fiel, nunca vais falhar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見た事もない深い場所へ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mitakoto mo nai fukai basho 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信仰をつよめ   臨在の中へ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shinkou wo tsuyome   rinzai no naka 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Ao Teu nome clamarei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além das ondas olharei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 estou cercado pelo medo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fiel, nunca vais falhar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もし恐れに囲まれていても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あなたは真実で、決して失敗しない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Ao Teu nome clamarei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além das ondas olharei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あなたの名前に叫びます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波を超えて見つめます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 o mar crescer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Somente em Ti descansarei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もし海が増し増しになっても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あなたの中にのみ安らぎます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Pois eu sou Teu e Tu és meu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Guia-me pra que em tudo em Ti confie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私はあなたのもの、あなたは私のもの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すべてであなたを信じるよう私を導いてください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あなたの名を呼び  あなただけ見つめ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no na wo yobi  anata dake mitsume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うねる波も あなたに抱かれ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uneru nami mo  anata ni idakare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Ao Teu nome clamarei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além das ondas olharei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越えて行こ 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koete yukou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Se o mar crescer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