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暗闇さまよい          何も見えず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kurayami samayoi    nani mo miezu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背いて歩いた  滅びの - 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somuite aruita  horobi no michi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Eu Tenho é Cristo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estava perdido na mais escura noite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求めた罪で - は  満たされず-に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motometa tsumi dewa mitasarezu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主の愛の他に  望みはな-い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ai no hoka ni  nozomi wa 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pensava que sabia o caminho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pecado prometia alegria e vida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逆らう心を  主はあわれみ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sakarau kokoro wo  shu wa awaremi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導いてくれた  十字架へと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michibiite kureta  juujika he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Eu Tenho é Cristo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estava perdido na mais escura noite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怒りと苦しみ  代わりに受 - 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ikari to kurushimi  kawari ni uke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かかげた  大きな愛と恵 - 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kakageta  ookina  ai to megumi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pensava que sabia o caminho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pecado prometia alegria e vida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 - ヤ  キリストが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halleluya  kirisuto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 - ヤ  我がすべて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halleluya wa ga subete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Agora só conheço a graça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Tudo que eu tenho é Cristo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 - ヤ  キリストが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halleluya  kirisuto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 - ヤ  我がいのち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halleluya wa ga inochi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Jesus é meu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Aleluia! Tudo que eu tenho é Cristo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que Eu Tenho é Cristo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Eu estava perdido na mais escura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私が持つすべてはキリスト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私は最も暗い夜の中で迷っていました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pensava que sabia o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pecado prometia alegria 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しかし自分は道を知っていると思っていました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罪は喜びと命を約束しました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me conduzia para o túmulo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havia esperança, estava entregue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しかし私を墓へ導きました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希望はなく、私は絶望していました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Rebelde à Tua santa vontade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Se Tu não me tivesses amado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あなたの聖なる御心に逆らって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もしあなたが私を最初に愛してくれなかったなら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Ainda Te teria rejeitado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Mas enquanto eu corria rumo à perdição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私はあなたを拒み続けたでしょう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しかし私が滅びに向かって走っていた時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Indiferente ao custo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Tu olhaste para o meu estado indefeso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その代価に無関心でした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あなたは私の無防備な状態を見つめ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me trouxeste à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vi o amor de Deus revelado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私を十字架へ導きました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そして神の愛が啓示されるのを見ました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sofreste em meu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Suportaste a ira reservada para mim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あなたは私の代わりに苦しまれました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私のために取り置かれた怒りに耐えられました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só conheço a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Aleluia! Tudo que eu tenho é Cristo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今、私は恵みだけを知っています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ハレルヤ！私が持つすべてはキリスト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Jesus é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Aleluia! Tudo que eu tenho é Cristo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ハレルヤ！イエスは私のもの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ハレルヤ！私が持つすべてはキリスト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agora, Senhor, Tua graça conquista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Cada coisa que antes me prendia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そして今、主よ、あなたの恵みが勝利します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前に私を縛っていたすべてのもの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coração não tem outro desejo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Senão estar em Ti para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私の心には他の望みはありません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ただ永遠にあなたの中にいること以外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agora, Senhor, Tua graça conquista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Cada coisa que antes me prendia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そして今、主よ、あなたの恵みが勝利します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前に私を縛っていたすべてのもの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coração não tem outro desejo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Senão estar em Ti para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私の心には他の望みはありません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ただ永遠にあなたの中にいること以外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