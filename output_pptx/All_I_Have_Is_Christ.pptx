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暗闇さまよい          何も見えず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 samayoi    nani mo miezu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背いて歩いた  滅びの - 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somuite aruita  horobi no michi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Eu Tenho é Cristo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estava perdido na mais escura noite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求めた罪で - は  満たされず-に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motometa tsumi dewa mitasarezu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主の愛の他に  望みはな-い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ai no hoka ni  nozomi wa 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pensava que sabia o caminho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pecado prometia alegria e vida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逆らう心を  主はあわれみ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sakarau kokoro wo  shu wa awaremi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導いてくれた  十字架へと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michibiite kureta  juujika he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Eu Tenho é Cristo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estava perdido na mais escura noite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怒りと苦しみ  代わりに受 - 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ikari to kurushimi  kawari ni uke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かかげた  大きな愛と恵 - 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kakageta  ookina  ai to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pensava que sabia o caminho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pecado prometia alegria e vida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キリストが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 kirisuto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我がすべて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wa ga subete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Agora só conheço a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Tudo que eu tenho é Cristo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キリストが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 kirisuto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我がいのち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wa ga inochi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Jesus é meu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Tudo que eu tenho é Cristo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que Eu Tenho é Cristo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Eu estava perdido na mais escura noite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pensava que sabia o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pecado prometia alegria e vida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me conduzia para 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havia esperança, estava entregue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Rebelde à Tua santa vontade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Se Tu não me tivesses amado primeiro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Ainda Te teria rejeitado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Mas enquanto eu corria rumo à perdição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Indiferente ao custo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 olhaste para o meu estado indefeso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me trouxeste à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vi o amor de Deus revelado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sofreste em meu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Suportaste a ira reservada para mim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só conheço a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Aleluia! Tudo que eu tenho é Cristo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Jesus é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Aleluia! Tudo que eu tenho é Cristo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agora, Senhor, Tua graça conquista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Cada coisa que antes me prendia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coração não tem outro desejo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Senão estar em Ti para sempre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agora, Senhor, Tua graça conquista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Cada coisa que antes me prendia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coração não tem outro desejo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Senão estar em Ti para sempre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