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Nada Além do Sangue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sangue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Leva-me além, a todas as alturas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雪のように        真っ白に染むる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Onde ouço a Tua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我の泉        彼の血のほかなく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雪のように      真っ白に染むる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Mostra tua graça, fala do amor do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我の泉         彼の血のほかなく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Somente pelo sangue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nos lava dos pecados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Fala de Tua justiça pela minha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 este é o Teu sangue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Leva-me além, a todas as alturas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雪のように        真っ白に染むる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Onde ouço a Tua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我の泉        彼の血のほかなく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雪のように      真っ白に染むる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Mostra tua graça, fala do amor do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我の泉         彼の血のほかなく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Somente pelo sangue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nos lava dos pecados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罪 流しうるは         彼の血のほかなく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tsumi nagashi uruwa kano chino hoka naku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 満たしうるは       彼の血のほかなく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ware mitashi uruwa kano chino hoka naku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雪のように        真っ白に染むる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yuki noyo-ni masshiro ni somuru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Leva-me além, a todas as alturas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我の泉        彼の血のほかなく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ware no izumi kano chino hoka naku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Onde ouço a Tua voz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罪 許しうるは        彼の血のほかなく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tsumi yurushi uruwa kano chino hoka naku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 清めうるは        彼の血のほかなく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ware kiyome uruwa kano chino hoka naku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雪のように      真っ白に染むる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yuki noyo-ni masshiro ni somuru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Leva-me além, a todas as alturas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我の泉         彼の血のほかなく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ware no izumi kano chino hoka naku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Onde ouço a Tua voz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雪のように     真っ白に染むる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yuki noyo-ni  masshiro ni somuru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我の泉        彼の血のほかなく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ware no izumi  kano chino hoka naku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Leva-me além, a todas as alturas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雪のように        真っ白に染むる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Onde ouço a Tua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我の泉        彼の血のほかなく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雪のように      真っ白に染むる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Mostra tua graça, fala do amor do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我の泉         彼の血のほかなく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Somente pelo sangue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nos lava dos pecados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