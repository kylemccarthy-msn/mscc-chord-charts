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Nada Além do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血以外に何もない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Fala de Tua justiça pela minha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este é o Teu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あなたの正義が私の人生のために語りかける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イエスよ、これがあなたの血だ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 流しうるは         彼の血のほかなく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nagashi uruwa kano chino hoka naku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 満たしうるは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mitashi uruwa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mais pode lavar o pecado senão o seu sangue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mais pode me satisfazer senão o seu sangue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 許しうるは        彼の血のほかなく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yurushi uruwa kano chino hoka naku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 清めうるは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kiyome uruwa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do Sangue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Teu sangue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