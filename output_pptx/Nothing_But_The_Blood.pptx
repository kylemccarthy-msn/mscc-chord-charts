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Nada Além do Sangue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Teu sangue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Leva-me além, a todas as alturas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Onde ouço a Tua voz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雪のように        真っ白に染むる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我の泉        彼の血のほかなく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Tua cruz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  <a:latin typeface="Arial"/>
              </a:rPr>
              <a:t>Mostra tua graça, fala do amor do Pai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雪のように      真っ白に染むる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我の泉         彼の血のほかなく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Somente pelo sangue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Que nos lava dos pecados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雪のように     真っ白に染むる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我の泉        彼の血のほかなく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300" b="1" i="0">
                <a:solidFill>
                  <a:srgbClr val="FFFFFF"/>
                </a:solidFill>
                <a:latin typeface="Arial"/>
              </a:rPr>
              <a:t>Fala de Tua justiça pela minha vida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Jesus este é o Teu sangue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Leva-me além, a todas as alturas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Onde ouço a Tua voz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雪のように        真っ白に染むる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我の泉        彼の血のほかなく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Tua cruz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  <a:latin typeface="Arial"/>
              </a:rPr>
              <a:t>Mostra tua graça, fala do amor do Pai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雪のように      真っ白に染むる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我の泉         彼の血のほかなく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Somente pelo sangue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Que nos lava dos pecados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雪のように     真っ白に染むる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我の泉        彼の血のほかなく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罪 流しうるは         彼の血のほかなく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tsumi nagashi uruwa kano chino hoka naku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我 満たしうるは       彼の血のほかなく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ware mitashi uruwa kano chino hoka naku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雪のように        真っ白に染むる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yuki noyo-ni masshiro ni somuru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我の泉        彼の血のほかなく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ware no izumi kano chino hoka naku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Leva-me além, a todas as alturas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Onde ouço a Tua voz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罪 許しうるは        彼の血のほかなく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tsumi yurushi uruwa kano chino hoka naku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我 清めうるは        彼の血のほかなく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ware kiyome uruwa kano chino hoka naku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Nada Além do Sangue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Teu sangue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雪のように      真っ白に染むる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yuki noyo-ni masshiro ni somuru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我の泉         彼の血のほかなく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ware no izumi kano chino hoka naku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Leva-me além, a todas as alturas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Onde ouço a Tua voz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雪のように     真っ白に染むる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yuki noyo-ni  masshiro ni somuru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我の泉        彼の血のほかなく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ware no izumi  kano chino hoka naku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Leva-me além, a todas as alturas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Onde ouço a Tua voz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Leva-me além, a todas as alturas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Onde ouço a Tua voz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雪のように        真っ白に染むる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我の泉        彼の血のほかなく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Tua cruz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  <a:latin typeface="Arial"/>
              </a:rPr>
              <a:t>Mostra tua graça, fala do amor do Pai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雪のように      真っ白に染むる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我の泉         彼の血のほかなく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Somente pelo sangue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Que nos lava dos pecados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雪のように     真っ白に染むる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我の泉        彼の血のほかなく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