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52" b="1" i="0">
                <a:solidFill>
                  <a:srgbClr val="FFFFFF"/>
                </a:solidFill>
                <a:latin typeface="Arial"/>
              </a:rPr>
              <a:t>Eis que um anjo proclamou o primeiro Natal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A uns pobres pastores ao pé de Belém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Que nos campos a guardar seu rebanho, afinal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Suportavam, da noite, o frio também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Natal! Natal! Natal! Natal!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É vindo ao mundo o Rei Divinal!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Arial"/>
              </a:rPr>
              <a:t>星の光  たどってきた --&gt;           東方の三賢人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76" b="0" i="1">
                <a:solidFill>
                  <a:srgbClr val="B4B4B4"/>
                </a:solidFill>
                <a:latin typeface="Arial"/>
              </a:rPr>
              <a:t>Hoshino Hikari  Tadotte Kita,   Touhouno San Kenjin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17" b="1" i="0">
                <a:solidFill>
                  <a:srgbClr val="FFFFFF"/>
                </a:solidFill>
                <a:latin typeface="Arial"/>
              </a:rPr>
              <a:t>イスラエルの王 探しに --&gt;          星にみちびかれてきた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8" b="0" i="1">
                <a:solidFill>
                  <a:srgbClr val="B4B4B4"/>
                </a:solidFill>
                <a:latin typeface="Arial"/>
              </a:rPr>
              <a:t>Isuraeruno Ou  Sagashini,        Hoshini Michibikarete Kita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ノエル ノエル ノエル ノエル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Noeru  Noeru  Noeru  Noeru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王なる子が生まれた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Ounaru Koga Umareta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54" b="1" i="0">
                <a:solidFill>
                  <a:srgbClr val="FFFFFF"/>
                </a:solidFill>
                <a:latin typeface="Arial"/>
              </a:rPr>
              <a:t>ベツレヘムで御子をみつけ --&gt;           恭しく ひざまづいた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8" b="0" i="1">
                <a:solidFill>
                  <a:srgbClr val="B4B4B4"/>
                </a:solidFill>
                <a:latin typeface="Arial"/>
              </a:rPr>
              <a:t>Betsurehemude Mikowo Mitsuke,      Uyauyashiku  Hizamazuita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7" b="1" i="0">
                <a:solidFill>
                  <a:srgbClr val="FFFFFF"/>
                </a:solidFill>
                <a:latin typeface="Arial"/>
              </a:rPr>
              <a:t>宝の箱を差し出して  --&gt;               彼らは御子をあがめた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37" b="0" i="1">
                <a:solidFill>
                  <a:srgbClr val="B4B4B4"/>
                </a:solidFill>
                <a:latin typeface="Arial"/>
              </a:rPr>
              <a:t>Takarano Hakowo Sashidashite,      Kareraha Mikowo Agameta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ノエル ノエル ノエル ノエル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Noeru  Noeru  Noeru  Noeru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王なる子が生まれた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Ounaru Koga Umareta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17" b="1" i="0">
                <a:solidFill>
                  <a:srgbClr val="FFFFFF"/>
                </a:solidFill>
                <a:latin typeface="Arial"/>
              </a:rPr>
              <a:t>いま声をひとつにして  --&gt;        我らの主に 賛美 歌おう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4B4B4"/>
                </a:solidFill>
                <a:latin typeface="Arial"/>
              </a:rPr>
              <a:t>Ima Koewo Hitotsuni shite     Warerano Shuni Sanbi Utaou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46" b="1" i="0">
                <a:solidFill>
                  <a:srgbClr val="FFFFFF"/>
                </a:solidFill>
                <a:latin typeface="Arial"/>
              </a:rPr>
              <a:t>天と地を造った神  --&gt;          その血潮は罪のあがない (Build 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79" b="0" i="1">
                <a:solidFill>
                  <a:srgbClr val="B4B4B4"/>
                </a:solidFill>
                <a:latin typeface="Arial"/>
              </a:rPr>
              <a:t>Tento Chiwo Tsukutta Kami     Sono Chishioha  Tsumino Aganai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ノエル ノエル ノエル ノエル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Noeru  Noeru  Noeru  Noeru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王なる子が生まれた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Ounaru Koga Umareta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E no oriente brilhou com estranho fulgor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74" b="1" i="0">
                <a:solidFill>
                  <a:srgbClr val="FFFFFF"/>
                </a:solidFill>
                <a:latin typeface="Arial"/>
              </a:rPr>
              <a:t>Veio à terra forte luz, que do céu lhe caiu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74" b="1" i="0">
                <a:solidFill>
                  <a:srgbClr val="FFFFFF"/>
                </a:solidFill>
                <a:latin typeface="Arial"/>
              </a:rPr>
              <a:t>Muitas noites, ainda, em fulgente esplendor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Natal! Natal! Natal! Natal!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