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A uns pobres pastores ao pé de Belém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見よ、ある天使が最初のクリスマスを告げ知らせた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ベツレヘムのそばにいた貧しい羊飼いたちに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Suportavam, da noite, o frio também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野原で群れを守っていた彼らに、結局のところ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夜の寒さにも耐えていた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Natal! Natal! Natal! Natal!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vindo ao mundo o Rei Divinal!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クリスマス！クリスマス！クリスマス！クリスマス！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神の王が世に来たのだ！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星の光  たどってきた --&gt;           東方の三賢人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Hoshino Hikari  Tadotte Kita,   Touhouno San Kenjin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イスラエルの王 探しに --&gt;          星にみちびかれてきた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Isuraeruno Ou  Sagashini,        Hoshini Michibikarete Kita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ベツレヘムで御子をみつけ --&gt;           恭しく ひざまづいた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Betsurehemude Mikowo Mitsuke,      Uyauyashiku  Hizamazuita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宝の箱を差し出して  --&gt;               彼らは御子をあがめた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Takarano Hakowo Sashidashite,      Kareraha Mikowo Agameta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いま声をひとつにして  --&gt;        我らの主に 賛美 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AAAAA"/>
                </a:solidFill>
                <a:latin typeface="Arial"/>
              </a:rPr>
              <a:t>Ima Koewo Hitotsuni shite     Warerano Shuni Sanbi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rial"/>
              </a:rPr>
              <a:t>天と地を造った神  --&gt;          その血潮は罪のあがない (Build 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AA"/>
                </a:solidFill>
                <a:latin typeface="Arial"/>
              </a:rPr>
              <a:t>Tento Chiwo Tsukutta Kami     Sono Chishioha  Tsumino Aganai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Eis que um anjo proclamou o primeiro Natal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uns pobres pastores ao pé de Belém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ノエル ノエル ノエル ノエル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Noeru  Noeru  Noeru  Noeru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王なる子が生まれた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Ounaru Koga Umareta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nos campos a guardar seu rebanho, afinal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Suportavam, da noite, o frio também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no oriente brilhou com estranho fulgor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Veio à terra forte luz, que do céu lhe caiu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そして東方に奇しき輝きが輝いた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地上に強き光が来た、それは天から降りた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Muitas noites, ainda, em fulgente esplendor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Natal! Natal! Natal! Natal!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多くの夜、今なお、輝く栄光のうちに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クリスマス！クリスマス！クリスマス！クリスマス！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