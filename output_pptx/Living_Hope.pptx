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Quão grande é o abismo que jazia entre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Quão alta a montanha que eu não podia escalar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Em desespero, eu virei para o céu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falei Seu nome na noite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Então através da escuridão, Sua bondade amorosa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Rasgou as sombras da minha alma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O trabalho está terminado, o fim está escrito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Jesus Cristo, minha esperança viva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わたしの罪のため この地に来られた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Tsumino tame Konochini Korareta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贖いの主イエスの　偉大な恵み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Aganaino Shu Iesuno Idaina Megumi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grande é o abismo que jazia entre nós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alta a montanha que eu não podia escalar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我が罪は赦された 十字架は告げる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Waga Tsumiha Yurusareta Juujikaha Tsugeru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永遠に主のものとなる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Towani Shuno Monoto Naru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desespero, eu virei para o céu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falei Seu nome na noite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　　我が希望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waga kibou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Então através da escuridão, Sua bondade amorosa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Há salvação em seu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Jesus Cristo, minha esperança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 死に打ち勝って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 自由与える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 Deus de muitas eras desceu da glória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Para vestir meu pecado e suportar minha vergonha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救いの御業 イエスの名にある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　我が希望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cruz falou, eu estou perdoado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死に打ち勝って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Hareruya Shini Uchikatte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ハレルヤ 自由与える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Hareruya Jiyuu Ataeru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Há salvação em seu nome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Cristo, minha esperança viva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救いの御業 イエスの名にある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Sukuino Miwaza Iesuno Nani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　我が希望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Waga Kibou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Deus de muitas eras desceu da glória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vestir meu pecado e suportar minha vergonha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約束の朝が来る　主はよみがえられた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Yakusokuno Asaga Kuru  Shuha Yomigaerareta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沈黙は打ち消された　死に打ち勝った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Chinmokuha Uchikesareta  Shini Uchikatta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Belo Salvador, eu sou seu para sempre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Aleluia, louve Aquele que me libertou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Belo Salvador, eu sou seu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Aleluia, louve Aquele que me libertou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約束の朝が来る　主はよみがえられた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沈黙は打ち消された　死に打ち勝った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Aleluia, a morte perdeu o controle sobre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Você quebrou todas as cadeias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Há salvação em seu nome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Jesus Cristo, minha esperança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Então veio a manhã que selou a promessa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