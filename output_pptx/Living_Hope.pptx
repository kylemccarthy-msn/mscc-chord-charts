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352" b="1" i="0">
                <a:solidFill>
                  <a:srgbClr val="FFFFFF"/>
                </a:solidFill>
                <a:latin typeface="Arial"/>
              </a:rPr>
              <a:t>Quão grande é o abismo que jazia entre nós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128" b="1" i="0">
                <a:solidFill>
                  <a:srgbClr val="FFFFFF"/>
                </a:solidFill>
                <a:latin typeface="Arial"/>
              </a:rPr>
              <a:t>Quão alta a montanha que eu não podia escalar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66" b="1" i="0">
                <a:solidFill>
                  <a:srgbClr val="FFFFFF"/>
                </a:solidFill>
                <a:latin typeface="Arial"/>
              </a:rPr>
              <a:t>Em desespero, eu virei para o céu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 falei Seu nome na noite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995" b="1" i="0">
                <a:solidFill>
                  <a:srgbClr val="FFFFFF"/>
                </a:solidFill>
                <a:latin typeface="Arial"/>
              </a:rPr>
              <a:t>Então através da escuridão, Sua bondade amorosa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Rasgou as sombras da minha alma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128" b="1" i="0">
                <a:solidFill>
                  <a:srgbClr val="FFFFFF"/>
                </a:solidFill>
                <a:latin typeface="Arial"/>
              </a:rPr>
              <a:t>O trabalho está terminado, o fim está escrito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41" b="1" i="0">
                <a:solidFill>
                  <a:srgbClr val="FFFFFF"/>
                </a:solidFill>
                <a:latin typeface="Arial"/>
              </a:rPr>
              <a:t>Jesus Cristo, minha esperança viva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わたしの罪のため この地に来られた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Watashino Tsumino tame Konochini Korareta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贖いの主イエスの　偉大な恵み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Aganaino Shu Iesuno Idaina Megumi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我が罪は赦された 十字架は告げる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Waga Tsumiha Yurusareta Juujikaha Tsugeru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永遠に主のものとなる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Towani Shuno Monoto Naru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68376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主イエス　　我が希望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40614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shu iesu waga kibou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2676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Há salvação em seu nome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41" b="1" i="0">
                <a:solidFill>
                  <a:srgbClr val="FFFFFF"/>
                </a:solidFill>
                <a:latin typeface="Arial"/>
              </a:rPr>
              <a:t>Jesus Cristo, minha esperança viva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705" b="1" i="0">
                <a:solidFill>
                  <a:srgbClr val="FFFFFF"/>
                </a:solidFill>
                <a:latin typeface="Arial"/>
              </a:rPr>
              <a:t>O Deus de muitas eras desceu da glória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933" b="1" i="0">
                <a:solidFill>
                  <a:srgbClr val="FFFFFF"/>
                </a:solidFill>
                <a:latin typeface="Arial"/>
              </a:rPr>
              <a:t>Para vestir meu pecado e suportar minha vergonha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94076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A cruz falou, eu estou perdoado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616452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ハレルヤ 死に打ち勝って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Hareruya Shini Uchikatte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ハレルヤ 自由与える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Hareruya Jiyuu Ataeru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救いの御業 イエスの名にある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Sukuino Miwaza Iesuno Nani aru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主イエス　我が希望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Shu Iesu Waga Kibou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約束の朝が来る　主はよみがえられた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Yakusokuno Asaga Kuru  Shuha Yomigaerareta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沈黙は打ち消された　死に打ち勝った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Chinmokuha Uchikesareta  Shini Uchikatta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5" b="1" i="0">
                <a:solidFill>
                  <a:srgbClr val="FFFFFF"/>
                </a:solidFill>
                <a:latin typeface="Arial"/>
              </a:rPr>
              <a:t>Belo Salvador, eu sou seu para sempre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5" b="1" i="0">
                <a:solidFill>
                  <a:srgbClr val="FFFFFF"/>
                </a:solidFill>
                <a:latin typeface="Arial"/>
              </a:rPr>
              <a:t>Aleluia, louve Aquele que me libertou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"/>
              </a:rPr>
              <a:t>Aleluia, a morte perdeu o controle sobre mim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Você quebrou todas as cadeias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94076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Há salvação em seu nome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616452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41" b="1" i="0">
                <a:solidFill>
                  <a:srgbClr val="FFFFFF"/>
                </a:solidFill>
                <a:latin typeface="Arial"/>
              </a:rPr>
              <a:t>Jesus Cristo, minha esperança viva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10" b="1" i="0">
                <a:solidFill>
                  <a:srgbClr val="FFFFFF"/>
                </a:solidFill>
                <a:latin typeface="Arial"/>
              </a:rPr>
              <a:t>Então veio a manhã que selou a promessa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