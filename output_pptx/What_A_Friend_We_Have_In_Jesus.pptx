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Quão bondoso amigo é Cristo!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Carregou co'a nossa dor,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いつくしみふかき　    友なる イエスは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罪とが憂いを      とり去りたもう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nos manda que levemos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Os cuidados ao Senhor.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こころの嘆きを　 包まず述べて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などかは下ろさぬ    負える重荷を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Falta ao coração dorido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Gozo, paz, consolação?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Isso é porque não levamos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Tudo a Deus em oração.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いつくしみふかき　    友なる イエスは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I-tsu kushi mihu ka-ki to-mona ruye suwa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罪とが憂いを      とり去りたもう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Tsu-mi to ga urei-o   to-ri sarita 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bondoso amigo é Cristo!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Carregou co'a nossa dor,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こころの嘆きを　 包まず述べて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Ko-koro no nageki-wo tsu-tsumazu no bete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などかは下ろさぬ    負える重荷を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Na-do ka wa orosa-nu  o-eru omoni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nos manda que levemos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Os cuidados ao Senhor.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Tu estás fraco e carregado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 cuidados e temor?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いつくしみふかき友なるイエスは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われらの弱きを  　知りて憐れむ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Jesus, refúgio eterno,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Vai com fé teu mal expor!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悩みかなしみに　沈めるときも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祈りにこたえて なぐさめたまわん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Teus amigos te desprezam?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Conta-Lhe isso em oração,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com Seu amor tão terno,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Paz terás no coração.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いつくしみふかき友なるイエスは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I-tsukushi mihuka-ki to-mo naru iesu 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われらの弱きを  　知りて憐れむ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wa-rera no Yowaki wo    shi-ri te awaremu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Tu estás fraco e carregado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De cuidados e temor?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悩みかなしみに　沈めるときも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na-yami kanashimi ni  shi-zumeru toki 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祈りにこたえて なぐさめたまわん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I-nori ni kotaete   na-gusameta mawan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Jesus, refúgio eterno,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Vai com fé teu mal expor!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Cristo é verdadeiro amigo,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Disto provas nos mostrou,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いつ くしみふかき　 友なる       イエスは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かわらぬ   愛もて  みちびきたもう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Quando pra levar consigo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culpado encarnou.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世の友われらを　   棄て去るときも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祈りにこたえて いたわりたまわん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Derramou Seu sangue puro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Nossa mancha pra lavar;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Gozo em vida e no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NEle podemos alcançar.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いつ くしみふかき　 友なる       イエスは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I-tsu kushi mihu ka-ki to-mona ruye suwa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かわらぬ   愛もて  みちびきたもう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ka-wa ranua imote mi-chi bikita mou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Cristo é verdadeiro amigo,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Disto provas nos mostrou,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世の友われらを　   棄て去るときも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yo-no tomowa rerao su-tesa ruto kimo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祈りにこたえて いたわりたまわん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I-nori nikota ete i-tawari tama 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Quando pra levar consigo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 culpado encarnou.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我が主 我がとも     イェス 全てささげます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wagasu waga tomo yesu sbete sa sagemas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救いぬし     ぼく者 王    全てささげます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 nushi bokusha ou  subete sa sagemas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