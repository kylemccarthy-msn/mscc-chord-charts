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 É Suficiente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 é a minha recompensa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toda a minha devoção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Agora não há nada neste mundo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jamais poderia satisfazer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Através de cada julgamento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minha alma vai cantar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Não tem volta, eu fui posto em liberdade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 é suficiente para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 é suficiente para mim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mundo atrás de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Não tem volta, não pode voltar atrás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mundo atrás de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Não tem volta, não pode voltar atrás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キリストが     救いの喜び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kirisu to ga sukui no yorokobi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我が 帰るべき     希望の御国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waga kaeru beki kibou no o kuni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嵐の中でも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arashi no naka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歌おう　主イエスに栄光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utao u shu iesu ni eikou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キリストにだけ       必要なものが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kirisuto nidake hitsuyou namonoga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すべてある 十分に 　すべてある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subetearu juubun ni subetearu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Tudo o que eu preciso está em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Tudo o que eu preciso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Cristo, meu tudo em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alegria da minha salvação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esta esperança nunca falhará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céu é a nossa morada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Através de cada tempestade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minha alma vai cantar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Jesus está aqui, a Deus seja a glória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Eu decidi seguir a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tem volta, não tem volta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cruz à minha frente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minha alma vai cantar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Não tem volta, eu fui posto em liberdade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 é suficiente para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 é suficiente para mim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mundo atrás de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Não tem volta, não pode voltar atrás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mundo atrás de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Não tem volta, não pode voltar atrás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キリストにだけ       必要なものが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kirisuto nidake hitsuyou namonoga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すべてある 十分に 　すべてある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subetearu juubun ni subetearu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ついてゆ - く     イエスだけに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tsuite yuku Iesu dake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振り向かない         振り向かない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furimukanai furimukanai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ついてゆ - く     イエスだけに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tsuite yuku Iesu dake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振り向かない    振り向かない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furimuka nai furimukanai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十字架をみる        世界を背に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juujika womiru sekai wo se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振り向かない      振り向かない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furimuka nai furimukanai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十字架をみる        世界を背に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juujika womiru sekai wo se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振り向かない    振り向かない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furimuka nai furimukanai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ついてゆ - く     一人でも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tsuite yuku hitori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振り向かない         振り向かない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furimuka nai furimukanai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ついてゆ - く     一人でも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tsuite yuku hitori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振り向かない    振り向かない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furimuka nai furimukanai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振り向かない  振り向かない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furimuka nai furimukanai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