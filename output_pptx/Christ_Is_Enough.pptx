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a minha recompensa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キリストで十分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キリストは私の報酬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toda a minha devoção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não há nada neste mundo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そして私のすべての献身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今、この世界には何もない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jamais poderia satisfazer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cada julgamento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私を満たすことができるものは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すべての試練を通して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Não tem volta, eu fui posto em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世界は私の後ろに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戻ることはない、後戻りできない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世界は私の後ろに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戻ることはない、後戻りできない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キリストが     救いの喜び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 to ga sukui no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 帰るべき     希望の御国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kaeru beki kibou no o kuni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É Suficiente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é a minha recompensa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嵐の中でも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arashi no naka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歌おう　主イエスに栄光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utao u shu iesu ni eikou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Mesmo em meio à tempestade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Cantemos glória ao Senhor Jesus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nidake hitsuyou namonoga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すべてある 十分に 　すべてある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subetearu juubun ni subetearu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tem volta, eu fui posto em liberdade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o que eu preciso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     振り向かない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meu tudo em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alegria da minha salvação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振り向かない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esta esperança nunca falhará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céu é a nossa morada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この希望は決して失われない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天は私たちの住まい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cada tempestade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  振り向かない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Jesus está aqui, a Deus seja 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decidi seguir a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振り向かない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 volta, não tem volta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à minha frente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戻ることはない、戻ることはない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私の前の十字架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Não tem volta, eu fui posto em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世界は私の後ろに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戻ることはない、後戻りできない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世界は私の後ろに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戻ることはない、後戻りできない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nidake hitsuyou namonoga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すべてある 十分に 　すべてある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subetearu juubun ni subetearu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tem volta, eu fui posto em liberdade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Iesu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Iesu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Cristo, meu tudo em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alegria da minha salvação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womiru sekai wo se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Através de cada tempestade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womiru sekai wo se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aqui, a Deus seja 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decidi seguir a Jesus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一人でも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hitori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一人でも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hitori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Cristo, meu tudo em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alegria da minha salvação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振り向かない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esta esperança nunca falhará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