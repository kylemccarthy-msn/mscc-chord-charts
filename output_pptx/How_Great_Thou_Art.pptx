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Senhor, meu Deus, quando eu maravilhado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Fico a pensar nas obras de Tuas mãos;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No céu azul de estrelas pontilhado,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Teu poder mostrando a criação.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Então minh'alma canta a Ti Senhor: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Quão grande és Tu, quão grande és Tu.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我が魂　  いざたたえよ　 大いなる御神を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我が魂　  いざたたえよ　 大いなる御神を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Então minh'alma canta a Ti Senhor: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Quão grande és Tu, quão grande és Tu.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森にて　   　 鳥の音を聞き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morinite    tori no ne wo kiki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そびゆる　   山に　登り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sobi yuru yama ni nobori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Senhor, meu Deus, quando eu maravilhado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Fico a pensar nas obras de Tuas mãos;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*谷間の　清き流れに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tanima no    kiyoki nagareni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まことの   　御神を思う (Stop)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makoto no    mikami wo omou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No céu azul de estrelas pontilhado,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Teu poder mostrando a criação.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御神は　   世人　を愛し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mikami wa yobito wo aishi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一人の　    御子を　下し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hitori no  miko wo kudashi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*世人の　    救いのために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yobito no  sukui no tameni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十字架に　    かけ給えり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jyuujika ni kake tamaeri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我が魂　  いざたたえよ　 大いなる御神を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 ga tama    iza tataeyo ooinaru mikami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我が魂　  いざたたえよ　 大いなる御神を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 ga tama    iza tataeyo ooinaru mikami 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Então minh'alma canta a Ti Senhor: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Quão grande és Tu, quão grande és Tu.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O passaredo alegre ouço a cantar,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Olhando os montes, vales e campinas,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Em tudo vejo o Teu poder sem par.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Então minh'alma canta a Ti Senhor: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Quão grande és Tu, quão grande és Tu.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Então minh'alma canta a Ti Senhor: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Quão grande és Tu, quão grande és Tu.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0" b="1" i="0">
                <a:solidFill>
                  <a:srgbClr val="FFFFFF"/>
                </a:solidFill>
                <a:latin typeface="Arial"/>
              </a:rPr>
              <a:t>Quando eu medito em Teu amor, tão grande,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Teu filho dando ao mundo pra salvar;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Na cruz vertendo Seu precioso sangue,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Minh'alma pôde assim purificar.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