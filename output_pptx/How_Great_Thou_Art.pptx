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Senhor, meu Deus, quando eu maravilhado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Fico a pensar nas obras de Tuas mãos;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主よ、わが神よ、私が驚嘆するとき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あなたの手のわざを思い巡らします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No céu azul de estrelas pontilhado,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Teu poder mostrando a criação.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星で点在する青い天において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あなたの力が創造を示しています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Então minh'alma canta a Ti Senhor: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Quão grande és Tu, quão grande és Tu.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我が魂　  いざたたえよ　 大いなる御神を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我が魂　  いざたたえよ　 大いなる御神を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Então minh'alma canta a Ti Senhor: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Quão grande és Tu, quão grande és Tu.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そのとき私の魂があなたに歌います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あなたは何と偉大でしょう、何と偉大でしょう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森にて　   　 鳥の音を聞き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morinite    tori no ne wo kiki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そびゆる　   山に　登り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sobi yuru yama ni nobori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Senhor, meu Deus, quando eu maravilhado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Fico a pensar nas obras de Tuas mãos;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*谷間の　清き流れに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tanima no    kiyoki nagareni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まことの   　御神を思う (Stop)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makoto no    mikami wo omou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 céu azul de estrelas pontilhado,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Teu poder mostrando a criação.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御神は　   世人　を愛し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mikami wa yobito wo aishi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一人の　    御子を　下し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hitori no  miko wo kudashi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amou o mundo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enviou seu único Filho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*世人の　    救いのために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yobito no  sukui no tameni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十字架に　    かけ給えり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jyuujika ni kake tamaeri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a salvação do mundo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 colocou na cruz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我が魂　  いざたたえよ　 大いなる御神を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 ga tama    iza tataeyo ooinaru mikami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我が魂　  いざたたえよ　 大いなる御神を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 ga tama    iza tataeyo ooinaru mikami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Então minh'alma canta a Ti Senhor: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grande és Tu, quão grande és Tu.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O passaredo alegre ouço a cantar,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Olhando os montes, vales e campinas,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喜びに満ちた鳥たちの歌を聞きます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山々、谷間、そして平原を見つめながら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Em tudo vejo o Teu poder sem par.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Então minh'alma canta a Ti Senhor: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すべてのものであなたの比類なき力を見ます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そのとき私の魂があなたに歌います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Quão grande és Tu, quão grande és Tu.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Então minh'alma canta a Ti Senhor: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あなたは何と偉大でしょう、何と偉大でしょう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そのとき私の魂があなたに歌います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Quão grande és Tu, quão grande és Tu.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あなたは何と偉大でしょう、何と偉大でしょう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Quando eu medito em Teu amor, tão grande,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Teu filho dando ao mundo pra salvar;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あなたの大いなる愛について瞑想するとき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あなたの子を世に与えて救うために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Na cruz vertendo Seu precioso sangue,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Minh'alma pôde assim purificar.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十字架で尊い血を流されました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私の魂はこのように清められることができました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