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父の神の真 実は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chichi no kami no shinjitsu wa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とこしえまで変わらず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tokoshie made kawarazu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慈しみと憐れみは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itsukushimi to awaremi wa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尽きることがありません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tsukiru koto ga arimasen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Grande é Tua Fidelidade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10" b="1" i="0">
                <a:solidFill>
                  <a:srgbClr val="FFFFFF"/>
                </a:solidFill>
                <a:latin typeface="Arial"/>
              </a:rPr>
              <a:t>Grande é Tua fidelidade, ó Deus meu Pai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Não há sombra de mudança em Ti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66" b="1" i="0">
                <a:solidFill>
                  <a:srgbClr val="FFFFFF"/>
                </a:solidFill>
                <a:latin typeface="Arial"/>
              </a:rPr>
              <a:t>Não me abandonas; como prometeste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894076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Tua fidelidade nunca falhará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3616452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Grande é Tua fidelidade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Grande é Tua fidelidade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128" b="1" i="0">
                <a:solidFill>
                  <a:srgbClr val="FFFFFF"/>
                </a:solidFill>
                <a:latin typeface="Arial"/>
              </a:rPr>
              <a:t>Manhã após manhã novas misericórdias encontro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5" b="1" i="0">
                <a:solidFill>
                  <a:srgbClr val="FFFFFF"/>
                </a:solidFill>
                <a:latin typeface="Arial"/>
              </a:rPr>
              <a:t>Tudo que preciso Tua mão sempre provê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Grande é Tua fidelidade, Senhor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Grande é Tua fidelidade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128" b="1" i="0">
                <a:solidFill>
                  <a:srgbClr val="FFFFFF"/>
                </a:solidFill>
                <a:latin typeface="Arial"/>
              </a:rPr>
              <a:t>Manhã após manhã novas misericórdias encontro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5" b="1" i="0">
                <a:solidFill>
                  <a:srgbClr val="FFFFFF"/>
                </a:solidFill>
                <a:latin typeface="Arial"/>
              </a:rPr>
              <a:t>Tudo que preciso Tua mão sempre provê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Grande é Tua fidelidade, Senhor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Grande é Tua fidelidade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罪を赦し平安を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tsumi wo yurushi he-i-a-n wo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主は与えて励まし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shu wa ataete hagemashi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力に満ち祝福に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chikara ni michi shukufuku 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溢れさせて下さる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afuresasete kudasaru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すばらしい主　その真実は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subarashii Shu  sono shinjitsu wa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>Perdão para o pecado e uma paz que perdura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朝毎にあたらしく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asagotoni atarashiku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深い恵み知らされて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Fukai megumi shirasarete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賛美します主の御名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sanbishimasu shu no mi 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Grande é Tua fidelidade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352" b="1" i="0">
                <a:solidFill>
                  <a:srgbClr val="FFFFFF"/>
                </a:solidFill>
                <a:latin typeface="Arial"/>
              </a:rPr>
              <a:t>O verão, o inverno, o outono e a primavera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520" b="1" i="0">
                <a:solidFill>
                  <a:srgbClr val="FFFFFF"/>
                </a:solidFill>
                <a:latin typeface="Arial"/>
              </a:rPr>
              <a:t>Sol, lua e estrelas em seus cursos acima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60" b="1" i="0">
                <a:solidFill>
                  <a:srgbClr val="FFFFFF"/>
                </a:solidFill>
                <a:latin typeface="Arial"/>
              </a:rPr>
              <a:t>Juntam-se a toda a natureza em testemunho mudo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Arial"/>
              </a:rPr>
              <a:t>À Tua grande fidelidade, misericórdia e amor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Grande é Tua fidelidade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Grande é Tua fidelidade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Grande é Tua fidelidade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128" b="1" i="0">
                <a:solidFill>
                  <a:srgbClr val="FFFFFF"/>
                </a:solidFill>
                <a:latin typeface="Arial"/>
              </a:rPr>
              <a:t>Manhã após manhã novas misericórdias encontro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5" b="1" i="0">
                <a:solidFill>
                  <a:srgbClr val="FFFFFF"/>
                </a:solidFill>
                <a:latin typeface="Arial"/>
              </a:rPr>
              <a:t>Tudo que preciso Tua mão sempre provê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Grande é Tua fidelidade, Senhor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Grande é Tua fidelidade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128" b="1" i="0">
                <a:solidFill>
                  <a:srgbClr val="FFFFFF"/>
                </a:solidFill>
                <a:latin typeface="Arial"/>
              </a:rPr>
              <a:t>Manhã após manhã novas misericórdias encontro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5" b="1" i="0">
                <a:solidFill>
                  <a:srgbClr val="FFFFFF"/>
                </a:solidFill>
                <a:latin typeface="Arial"/>
              </a:rPr>
              <a:t>Tudo que preciso Tua mão sempre provê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Grande é Tua fidelidade, Senhor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Grande é Tua fidelidade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894076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352" b="1" i="0">
                <a:solidFill>
                  <a:srgbClr val="FFFFFF"/>
                </a:solidFill>
                <a:latin typeface="Arial"/>
              </a:rPr>
              <a:t>Perdão para o pecado e uma paz que perdura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3616452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すばらしい主　その真実は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