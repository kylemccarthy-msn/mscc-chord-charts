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あなただけが救いの主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あなただけが希望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死を超えいのち与える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あなただけをたたえる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 vergonha era mais profunda que o mar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Mas o Teu amor é ainda mais profundo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恥は海より深かった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しかしあなたの愛はさらに深い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ただあなただけが救える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ただあなただけが贖える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desceste até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ただあなただけが私たちを墓から引き上げられる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あなたは私たちのもとに降りてこられた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 tiraste da morte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Ti somente pertence todo louvor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私たちを死から救い出してくださった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すべての賛美はあなただけのもの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 nos levantamos como Teu povo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Cantamos da libertação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そして今、私たちはあなたの民として立ち上がる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解放を歌う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だれも自分を　救えない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daremo jibun wo sukuenai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ただ望みは主の 深い恵み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 nozomi wa shu no fukai megumi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desceste até nós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 tiraste da morte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あなただけが救いの主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dake ga sukui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あなただけが希望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dake ga kibou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Só Tu Podes Salvar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Só Tu podes salvar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死を超えいのち与える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 wo koe inochi ataeru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あなただけをたたえる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dake wo tataeru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Só Tu podes resgatar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Só Tu podes nos tirar do túmulo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desceste até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 tiraste da morte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あなたは私たちのもとに降りてこられた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私たちを死から救い出してくださった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Ti somente pertence todo louvor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Quem, ó Senhor, poderia salvar-se?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すべての賛美はあなただけのもの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主よ、誰が自らを救うことができるでしょうか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Quem poderia curar o próprio pecado?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誰が自らの罪を癒すことができるでしょうか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あなただけが救いの主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あなただけが希望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死を超えいのち与える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あなただけをたたえる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 vergonha era mais profunda que o mar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Mas o Teu amor é ainda mais profundo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恥は海より深かった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しかしあなたの愛はさらに深い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ただあなただけが救える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ただあなただけが贖える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desceste até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ただあなただけが私たちを墓から引き上げられる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あなたは私たちのもとに降りてこられた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 tiraste da morte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Ti somente pertence todo louvor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私たちを死から救い出してくださった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すべての賛美はあなただけのもの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 nos levantamos como Teu povo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Cantamos da libertação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そして今、私たちはあなたの民として立ち上がる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解放を歌う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amor nos encontrou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a morte nos tinha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あなたの愛が私たちを見つけた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死が私たちを捕らえていたとき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és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ただあなただけが救える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ただあなただけが主である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あなただけが救いの主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あなただけが希望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死を超えいのち与える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あなただけをたたえる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A vergonha era mais profunda que o mar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Mas o Teu amor é ainda mais profundo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恥は海より深かった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しかしあなたの愛はさらに深い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resgatar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ただあなただけが救える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ただあなただけが贖える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Só Tu podes nos tirar do túmulo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desceste até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ただあなただけが私たちを墓から引き上げられる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あなたは私たちのもとに降りてこられた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 tiraste da morte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 Ti somente pertence todo louvor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私たちを死から救い出してくださった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すべての賛美はあなただけのもの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 agora nos levantamos como Teu povo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Cantamos da libertação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そして今、私たちはあなたの民として立ち上がる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解放を歌う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