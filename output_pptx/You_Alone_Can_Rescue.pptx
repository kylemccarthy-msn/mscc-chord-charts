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あなただけが救いの主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あなただけが希望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resgatar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死を超えいのち与える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nos tirar do túmulo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あなただけをたたえる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A vergonha era mais profunda que o 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Mas o Teu amor é ainda mais profundo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resgatar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nos tirar do túmulo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desceste até nós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 tiraste da morte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A Ti somente pertence todo louvor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E agora nos levantamos como Teu povo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Cantamos da libertação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だれも自分を　救えない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daremo jibun wo sukuenai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ただ望みは主の 深い恵み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tada nozomi wa shu no fukai megumi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あなただけが救いの主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dake ga sukui no shu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Só Tu Podes Salvar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あなただけが希望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dake ga kibou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Só Tu podes salvar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死を超えいのち与える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shi wo koe inochi ataeru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Só Tu podes resgatar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あなただけをたたえる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dake wo tataeru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Só Tu podes nos tirar do túmulo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desceste até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 tiraste da morte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A Ti somente pertence todo louvor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Quem, ó Senhor, poderia salvar-se?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Quem poderia curar o próprio pecado?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あなただけが救いの主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あなただけが希望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resgatar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死を超えいのち与える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nos tirar do túmulo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あなただけをたたえる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A vergonha era mais profunda que o 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Mas o Teu amor é ainda mais profundo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resgatar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nos tirar do túmulo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desceste até nós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 tiraste da morte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A Ti somente pertence todo louvor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E agora nos levantamos como Teu povo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Cantamos da libertação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Teu amor nos encontrou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Quando a morte nos tinha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és Senhor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あなただけが救いの主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あなただけが希望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resgatar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死を超えいのち与える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nos tirar do túmulo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あなただけをたたえる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A vergonha era mais profunda que o 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Mas o Teu amor é ainda mais profundo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salvar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resgatar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Só Tu podes nos tirar do túmulo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desceste até nós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 tiraste da morte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A Ti somente pertence todo louvor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E agora nos levantamos como Teu povo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Cantamos da libertação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