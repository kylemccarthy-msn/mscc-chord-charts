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os Nossos Lares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Que os nossos lares sejam cheios de danças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Que as nossas ruas sejam cheias de alegria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Que a injustiça se prostre a Jesus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Os povos voltando a 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Das montanhas até os vales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Ouça nossos louvores se erguer a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Dos céus até as nações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Das montanhas até os vales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Ouça nossos louvores se erguer a Ti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