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os Nossos 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Que os nossos lares sejam cheios de danças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我らの家庭が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我らの家庭が踊りで満ちますように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Que as nossas ruas sejam cheias de alegria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Que a injustiça se prostre a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我らの通りが喜びで満ちますように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不正がイエスの前にひれ伏しますように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Os povos voltando a 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Das montanhas até os vales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民が祈りに立ち返る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山々から谷間まで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Ouça nossos louvores se erguer a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Dos céus até as nações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私たちの賛美があなたへ立ち上るのを聞いてください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天から諸国民まで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Das montanhas até os vales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Ouça nossos louvores se erguer 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山々から谷間まで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私たちの賛美があなたへ立ち上るのを聞いてください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