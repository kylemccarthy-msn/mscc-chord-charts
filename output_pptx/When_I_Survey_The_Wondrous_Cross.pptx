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主イエスの死なれた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iesu no shinareta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十字架を見る と 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jujika wo miru toki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Quando contemplo a rude cruz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que o Senhor Jesus morreu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この世の誉れは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yo no homare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むなしく消え去る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munashiku kiesaru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Perco todo o vão orgulho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quanto mais, tudo o que é meu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contemplo a rude cruz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que o Senhor Jesus morreu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主イエスの死なれた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十字架を見る と 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Perco todo o vão orgulho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quanto mais, tudo o que é meu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この世の誉れは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むなしく消え去る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こうべのいばらは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kobe no ibara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かがやく　かんむり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kagayaku kanmuri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Desprezai os falsos bens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sangue de Cristo, único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主の愛　悲しみ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no ai kanashimi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十字架に交わる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jujika ni majiwaru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Demanda e recebe todo meu amor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Desprezai os falsos bens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Desprezai os falsos bens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sangue de Cristo, único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こうべのいばらは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かがやく　かんむり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Demanda e recebe todo meu amor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Desprezai os falsos bens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主の愛　悲しみ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十字架に交わる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