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主イエスの死なれた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Shu iesu no shinareta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十字架を見る と 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jujika wo miru toki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この世の誉れは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kono yo no homare wa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むなしく消え去る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munashiku kiesaru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Quando contemplo a rude cruz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Em que o Senhor Jesus morreu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Perco todo o vão orgulho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E quanto mais, tudo o que é meu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こうべのいばらは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kobe no ibara wa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かがやく　かんむり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kagayaku kanmuri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183794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主の愛　悲しみ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56032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Shu no ai kanashimi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十字架に交わる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4251960"/>
            <a:ext cx="1100297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400" b="0" i="1">
                <a:solidFill>
                  <a:srgbClr val="B4B4B4"/>
                </a:solidFill>
                <a:latin typeface="Arial"/>
              </a:rPr>
              <a:t>jujika ni majiwaru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67258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Desprezai os falsos bens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O sangue de Cristo, único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2258568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Demanda e recebe todo meu amor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2980944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94360" y="3529584"/>
            <a:ext cx="1100297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Arial"/>
              </a:rPr>
              <a:t>Desprezai os falsos bens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94360" y="4251960"/>
            <a:ext cx="11002975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 i="1">
                <a:solidFill>
                  <a:srgbClr val="8C8C8C"/>
                </a:solidFill>
                <a:latin typeface="Arial"/>
              </a:rPr>
              <a:t/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