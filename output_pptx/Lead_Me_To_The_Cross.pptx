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Salvador, eu venho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Aquieto a minha alma e me lembro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救い主よ、私は来ます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私の魂を静め、思い出します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Arial"/>
              </a:rPr>
              <a:t>Do monte da redenção onde Seu sangue foi derramado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Por meu resgate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贖いの山で、あなたの血が流された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私の身代金のために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Uma vez eu guardei tudo por um alto preço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considerei tudo como perdido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かつて私はすべてを高い代価で守りました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私はすべてを失われたものと考えました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Leva-me para a cruz onde Seu amor foi derramado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Traga-me de joelhos, Senhor eu me prostro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導いて  その十字架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ひざまずく  主の前で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Liberte-me de mim mesmo eu pertenço a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Leva-me, leva-me para a cruz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何もかも捨て去って    行こう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主のもとへ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verbo se tornou carne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あなたはみことばが肉となられた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あなたも試され  生き  -  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mo tamesare ikita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人となり 死を請けて   よみがえった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hito tonari shi wo ukete yomigaetta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Salvador, eu venho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Aquieto a minha alma e me lembro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私のために流された血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 no tame ni nagasareta chi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sangue derramado por mim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導いて  その十字架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michibiite sono jyuujika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ひざまずく  主の前で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hizamazuku shu no mae 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Leva-me para a cruz onde Seu amor foi derramado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Traga-me de joelhos, Senhor eu me prostro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何もかも捨て去って    行こう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nani mo kamo sutesatte yukou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主のもとへ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moto 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Liberte-me de mim mesmo eu pertenço a 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Leva-me, leva-me para a cruz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Tolera meu pecado e morte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Agora Tu ressuscitaste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私の罪と死を耐え忍ばれた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今あなたは復活されました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Para Seu coração, para Seu coração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Leva-me para Seu coração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あなたの心のために、あなたの心のために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私をあなたの心へ導いてください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Para Seu coração, para Seu coração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Leva-me para Seu coração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あなたの心のために、あなたの心のために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私をあなたの心へ導いてください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Para Seu coração, para Seu coração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あなたの心のために、あなたの心のために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