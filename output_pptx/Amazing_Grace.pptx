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驚く ばかりの、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odoroku bakari no,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恵なりき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megumi nariki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Sublime graça, que a um pecador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Como eu, Jesus salvou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この身の 汚れを、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mino kega-re wo,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知れる我に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shireru ware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Estava perdido e me encontrou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Cego, mas agora vejo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恵  我が身の、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megumiwa wagami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恐れ を 消し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osore wo keshi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Foi a graça que meu coração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Ensinou a reverenciar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まかするこころを、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makasuru kokoro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起こさせたり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oko-sase tari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a própria graça me deu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Em Cristo paz e amor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Sublime graça, que a um pecador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Como eu, Jesus salvou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素晴らしき恵みよ、一人の罪人を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私のような者を、イエスは救った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Estava perdido e me encontrou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Cego, mas agora vejo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迷っていた私を見つけてくださった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盲目だったが、今は見える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Foi a graça que meu coração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Ensinou a reverenciar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恵  我が身の、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恐れ を 消し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 própria graça me deu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Em Cristo paz e amor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まかするこころを、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起こさせたり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Através de muitos perigos, labutas e ciladas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Já tenho chegado até aqui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多くの危険、労苦、罠を通り抜けて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ここまでたどり着いた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Foi a graça que nos trouxe a salvo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a graça nos levará para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恵みが私たちを安全に導いた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そして恵みは私たちを家へ連れていく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lá, dez mil 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Resplandecer como o sol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そこで一万年の時が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太陽のように輝く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teremos menos dias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louvar a Deus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賛美の日は決して終わらず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神をほめたたえるだろう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