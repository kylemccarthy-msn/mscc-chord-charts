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驚く ばかりの、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odoroku bakari no,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恵なりき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megumi nariki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この身の 汚れを、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mino kega-re wo,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知れる我に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shireru ware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恵  我が身の、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megumiwa wagami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恐れ を 消し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osore wo keshi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まかするこころを、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makasuru kokoro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起こさせたり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oko-sase tari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Sublime graça, que a um pecador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Como eu, Jesus salvou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Estava perdido e me encontrou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Cego, mas agora vejo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Foi a graça que meu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Ensinou a reverenciar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 própria graça me deu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Cristo paz e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Através de muitos perigos, labutas e ciladas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Já tenho chegado até aqui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Foi a graça que nos trouxe a salvo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 graça nos levará para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Quando lá, dez mil 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Resplandecer como o sol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Não teremos menos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Para louvar a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