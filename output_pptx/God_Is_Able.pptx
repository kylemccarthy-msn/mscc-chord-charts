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Poderoso, nunca falhará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Maravilhoso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Mais que buscamos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Mais que pedimos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Grandes coisas faz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Ressurgiu, e a morte venceu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seu nome vamos vencer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seu nome vamos vencer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conosco, nos conduzirá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Jamais nos deixará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por nós, quer nos abraçar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そばにいる  僕らの神  ずっと導く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44" b="0" i="1">
                <a:solidFill>
                  <a:srgbClr val="B4B4B4"/>
                </a:solidFill>
                <a:latin typeface="Arial"/>
              </a:rPr>
              <a:t>soba ni iru  bokura no kami zutto michibiku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思いも希望も はるかに超えて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omoimo kibou mo haruka ni koete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してくれた すべて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shite kureta subete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Dando 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Mais que sabemos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Mais que esperamos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Grandes coisas faz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死さえ　打ち砕いて	いのち　与える神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shisae uchikudaite inochi ataeru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主の名で 打ち勝てる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na de uchikateru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僕らの神はできる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bokura no kami wa dekiru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Ressurgiu, e a morte venceu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seu nome vamos vencer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seu nome vamos vencer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conosco, nos conduzirá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Jamais nos deixará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 por nós, quer nos abraçar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