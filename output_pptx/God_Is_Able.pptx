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Poderoso, nunca falhará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Maravilhoso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力強き方、決してお失いにならず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驚くべき神よ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que buscamos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que pedimos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私たちが求める以上に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私たちが願う以上に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Grandes coisas faz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大いなる業をなさる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Ressurgiu, e a morte venceu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よみがえり、死に勝利された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み名によって私たちは勝利する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み名によって私たちは勝利する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conosco, nos conduzirá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神は私たちとともに、導いてくださる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Jamais nos deixará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por nós, quer nos abraçar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決して私たちを見捨てない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神は私たちのために、抱き締めたいと願う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そばにいる  僕らの神  ずっと導く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soba ni iru  bokura no kami zutto michibiku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思いも希望も はるかに超えて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omoimo kibou mo haruka ni koete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Poderoso, nunca falhará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Maravilhoso Deus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してくれた すべて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shite kureta subete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Mais que buscamos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Dando 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que sabemos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解決をお与えになる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私たちが知る以上に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que esperamos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Grandes coisas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私たちが望む以上に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大いなる業をなさる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死さえ　打ち砕いて	いのち　与える神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shisae uchikudaite inochi ataeru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主の名で 打ち勝てる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na de uchikateru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Ressurgiu, e a morte venceu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 Deus é poderoso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僕らの神はできる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bokura no kami wa dekiru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seu nome vamos vencer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Ressurgiu, e a morte venceu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よみがえり、死に勝利された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み名によって私たちは勝利する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seu nome vamos vencer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み名によって私たちは勝利する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Deus é poderoso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conosco, nos conduzirá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私たちの神は力強い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神は私たちとともに、導いてくださる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Jamais nos deixará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por nós, quer nos abraçar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決して私たちを見捨てない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神は私たちのために、抱き締めたいと願う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