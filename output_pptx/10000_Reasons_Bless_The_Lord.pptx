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2052828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Bendiga o Senhor, ó minha alma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2985516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Ó minha alma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4128516"/>
            <a:ext cx="1091153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0">
                <a:solidFill>
                  <a:srgbClr val="828282"/>
                </a:solidFill>
                <a:latin typeface="Arial"/>
              </a:rPr>
              <a:t>たましいよ   ほめ歌え   聖なる   主に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4494276"/>
            <a:ext cx="1091153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0">
                <a:solidFill>
                  <a:srgbClr val="828282"/>
                </a:solidFill>
                <a:latin typeface="Arial"/>
              </a:rPr>
              <a:t>こころ   捧げ  うたえ 素晴らしい  主に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2052828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Adore Seu santo nome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2985516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Cante como nunca antes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4128516"/>
            <a:ext cx="1091153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0">
                <a:solidFill>
                  <a:srgbClr val="828282"/>
                </a:solidFill>
                <a:latin typeface="Arial"/>
              </a:rPr>
              <a:t>たましいよ   ほめ歌え   聖なる   主に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4494276"/>
            <a:ext cx="1091153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0">
                <a:solidFill>
                  <a:srgbClr val="828282"/>
                </a:solidFill>
                <a:latin typeface="Arial"/>
              </a:rPr>
              <a:t>こころ   捧げ  うたえ 素晴らしい  主に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2052828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Meu canto ainda assim será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2985516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Bendiga o Senhor, ó minha alma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4128516"/>
            <a:ext cx="1091153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0">
                <a:solidFill>
                  <a:srgbClr val="828282"/>
                </a:solidFill>
                <a:latin typeface="Arial"/>
              </a:rPr>
              <a:t>わたしの歌はなおも歌われるでしょう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4494276"/>
            <a:ext cx="1091153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0">
                <a:solidFill>
                  <a:srgbClr val="828282"/>
                </a:solidFill>
                <a:latin typeface="Arial"/>
              </a:rPr>
              <a:t>わが魂よ、主をほめたたえよ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2052828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Ó minha alma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2985516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Adore Seu santo nome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4128516"/>
            <a:ext cx="1091153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0">
                <a:solidFill>
                  <a:srgbClr val="828282"/>
                </a:solidFill>
                <a:latin typeface="Arial"/>
              </a:rPr>
              <a:t>わが魂よ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4494276"/>
            <a:ext cx="1091153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0">
                <a:solidFill>
                  <a:srgbClr val="828282"/>
                </a:solidFill>
                <a:latin typeface="Arial"/>
              </a:rPr>
              <a:t>主の聖なる御名をあがめよ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2052828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800" b="1" i="0">
                <a:solidFill>
                  <a:srgbClr val="FFFFFF"/>
                </a:solidFill>
                <a:latin typeface="Arial"/>
              </a:rPr>
              <a:t>Dez mil razões pro meu coração encontrar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2985516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Bendiga o Senhor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4128516"/>
            <a:ext cx="1091153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0">
                <a:solidFill>
                  <a:srgbClr val="828282"/>
                </a:solidFill>
                <a:latin typeface="Arial"/>
              </a:rPr>
              <a:t>わたしの心が見出す万の理由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4494276"/>
            <a:ext cx="1091153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0">
                <a:solidFill>
                  <a:srgbClr val="828282"/>
                </a:solidFill>
                <a:latin typeface="Arial"/>
              </a:rPr>
              <a:t>主をほめたたえよ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2052828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E no dia em que Sua força acabar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2985516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Quando o fim vem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4128516"/>
            <a:ext cx="1091153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0">
                <a:solidFill>
                  <a:srgbClr val="828282"/>
                </a:solidFill>
                <a:latin typeface="Arial"/>
              </a:rPr>
              <a:t>主の力が尽きる日にも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4494276"/>
            <a:ext cx="1091153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0">
                <a:solidFill>
                  <a:srgbClr val="828282"/>
                </a:solidFill>
                <a:latin typeface="Arial"/>
              </a:rPr>
              <a:t>終わりが来るとき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1650492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朝も   昼も    夜も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2418588"/>
            <a:ext cx="1091153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0" i="1">
                <a:solidFill>
                  <a:srgbClr val="AAAAAA"/>
                </a:solidFill>
                <a:latin typeface="Arial"/>
              </a:rPr>
              <a:t>Asamo Hirumo Yorumo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2985516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変わらずに   歌う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3753612"/>
            <a:ext cx="1091153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0" i="1">
                <a:solidFill>
                  <a:srgbClr val="AAAAAA"/>
                </a:solidFill>
                <a:latin typeface="Arial"/>
              </a:rPr>
              <a:t>Kawarazuni Utau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4530852"/>
            <a:ext cx="1091153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1">
                <a:solidFill>
                  <a:srgbClr val="828282"/>
                </a:solidFill>
                <a:latin typeface="Arial"/>
              </a:rPr>
              <a:t>Bendiga o Senhor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4896612"/>
            <a:ext cx="1091153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1">
                <a:solidFill>
                  <a:srgbClr val="828282"/>
                </a:solidFill>
                <a:latin typeface="Arial"/>
              </a:rPr>
              <a:t>O sol está se pondo e a madrugada vai cantar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1650492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苦難  にも  揺るがない あなたの愛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2418588"/>
            <a:ext cx="1091153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0" i="1">
                <a:solidFill>
                  <a:srgbClr val="AAAAAA"/>
                </a:solidFill>
                <a:latin typeface="Arial"/>
              </a:rPr>
              <a:t>Kunan ni mo Yuruganai Anata no Ai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2985516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勝てるもの   他に  ない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3753612"/>
            <a:ext cx="1091153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0" i="1">
                <a:solidFill>
                  <a:srgbClr val="AAAAAA"/>
                </a:solidFill>
                <a:latin typeface="Arial"/>
              </a:rPr>
              <a:t>Katerumono Hokani nai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4530852"/>
            <a:ext cx="1091153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1">
                <a:solidFill>
                  <a:srgbClr val="828282"/>
                </a:solidFill>
                <a:latin typeface="Arial"/>
              </a:rPr>
              <a:t>Quão bom é Ele, quão grande é Seu amor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4896612"/>
            <a:ext cx="1091153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1">
                <a:solidFill>
                  <a:srgbClr val="828282"/>
                </a:solidFill>
                <a:latin typeface="Arial"/>
              </a:rPr>
              <a:t>Quaisquer que sejam as perdas de amanhã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1650492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たましいよ   ほめ歌え   聖なる   主に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2418588"/>
            <a:ext cx="1091153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0" i="1">
                <a:solidFill>
                  <a:srgbClr val="AAAAAA"/>
                </a:solidFill>
                <a:latin typeface="Arial"/>
              </a:rPr>
              <a:t>Tamashiiyo Homeutae Seinaru Shuni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2985516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こころ   捧げ  うたえ 素晴らしい  主に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3753612"/>
            <a:ext cx="1091153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0" i="1">
                <a:solidFill>
                  <a:srgbClr val="AAAAAA"/>
                </a:solidFill>
                <a:latin typeface="Arial"/>
              </a:rPr>
              <a:t>Kokoro Sasage Utae Subarashii Shuni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4530852"/>
            <a:ext cx="1091153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1">
                <a:solidFill>
                  <a:srgbClr val="828282"/>
                </a:solidFill>
                <a:latin typeface="Arial"/>
              </a:rPr>
              <a:t>Bendiga o Senhor, ó minha alma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4896612"/>
            <a:ext cx="1091153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1">
                <a:solidFill>
                  <a:srgbClr val="828282"/>
                </a:solidFill>
                <a:latin typeface="Arial"/>
              </a:rPr>
              <a:t>Ó minha alma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2052828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Bendiga o Senhor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2985516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400" b="1" i="0">
                <a:solidFill>
                  <a:srgbClr val="FFFFFF"/>
                </a:solidFill>
                <a:latin typeface="Arial"/>
              </a:rPr>
              <a:t>O sol está se pondo e a madrugada vai cantar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4128516"/>
            <a:ext cx="1091153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0">
                <a:solidFill>
                  <a:srgbClr val="828282"/>
                </a:solidFill>
                <a:latin typeface="Arial"/>
              </a:rPr>
              <a:t>主をほめたたえよ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4494276"/>
            <a:ext cx="1091153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0">
                <a:solidFill>
                  <a:srgbClr val="828282"/>
                </a:solidFill>
                <a:latin typeface="Arial"/>
              </a:rPr>
              <a:t>太陽は沈み、夜明けが歌う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2052828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000" b="1" i="0">
                <a:solidFill>
                  <a:srgbClr val="FFFFFF"/>
                </a:solidFill>
                <a:latin typeface="Arial"/>
              </a:rPr>
              <a:t>Quão bom é Ele, quão grande é Seu amor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2985516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900" b="1" i="0">
                <a:solidFill>
                  <a:srgbClr val="FFFFFF"/>
                </a:solidFill>
                <a:latin typeface="Arial"/>
              </a:rPr>
              <a:t>Quaisquer que sejam as perdas de amanhã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4128516"/>
            <a:ext cx="1091153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0">
                <a:solidFill>
                  <a:srgbClr val="828282"/>
                </a:solidFill>
                <a:latin typeface="Arial"/>
              </a:rPr>
              <a:t>主はなんと善く、その愛はなんと大きいか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4494276"/>
            <a:ext cx="1091153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0">
                <a:solidFill>
                  <a:srgbClr val="828282"/>
                </a:solidFill>
                <a:latin typeface="Arial"/>
              </a:rPr>
              <a:t>明日がどのような喪失をもたらそうとも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2052828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Bendiga o Senhor, ó minha alma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2985516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Ó minha alma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4128516"/>
            <a:ext cx="1091153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0">
                <a:solidFill>
                  <a:srgbClr val="828282"/>
                </a:solidFill>
                <a:latin typeface="Arial"/>
              </a:rPr>
              <a:t>たましいよ   ほめ歌え   聖なる   主に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4494276"/>
            <a:ext cx="1091153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0">
                <a:solidFill>
                  <a:srgbClr val="828282"/>
                </a:solidFill>
                <a:latin typeface="Arial"/>
              </a:rPr>
              <a:t>こころ   捧げ  うたえ 素晴らしい  主に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2052828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Adore Seu santo nome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2985516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Cante como nunca antes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4128516"/>
            <a:ext cx="1091153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0">
                <a:solidFill>
                  <a:srgbClr val="828282"/>
                </a:solidFill>
                <a:latin typeface="Arial"/>
              </a:rPr>
              <a:t>たましいよ   ほめ歌え   聖なる   主に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4494276"/>
            <a:ext cx="1091153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0">
                <a:solidFill>
                  <a:srgbClr val="828282"/>
                </a:solidFill>
                <a:latin typeface="Arial"/>
              </a:rPr>
              <a:t>こころ   捧げ  うたえ 素晴らしい  主に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2052828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Meu canto ainda assim será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2985516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Bendiga o Senhor, ó minha alma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4128516"/>
            <a:ext cx="1091153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0">
                <a:solidFill>
                  <a:srgbClr val="828282"/>
                </a:solidFill>
                <a:latin typeface="Arial"/>
              </a:rPr>
              <a:t>わたしの歌はなおも歌われるでしょう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4494276"/>
            <a:ext cx="1091153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0">
                <a:solidFill>
                  <a:srgbClr val="828282"/>
                </a:solidFill>
                <a:latin typeface="Arial"/>
              </a:rPr>
              <a:t>わが魂よ、主をほめたたえよ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2052828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Ó minha alma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2985516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Adore Seu santo nome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4128516"/>
            <a:ext cx="1091153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0">
                <a:solidFill>
                  <a:srgbClr val="828282"/>
                </a:solidFill>
                <a:latin typeface="Arial"/>
              </a:rPr>
              <a:t>わが魂よ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4494276"/>
            <a:ext cx="1091153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0">
                <a:solidFill>
                  <a:srgbClr val="828282"/>
                </a:solidFill>
                <a:latin typeface="Arial"/>
              </a:rPr>
              <a:t>主の聖なる御名をあがめよ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2052828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800" b="1" i="0">
                <a:solidFill>
                  <a:srgbClr val="FFFFFF"/>
                </a:solidFill>
                <a:latin typeface="Arial"/>
              </a:rPr>
              <a:t>Dez mil razões pro meu coração encontrar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2985516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Bendiga o Senhor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4128516"/>
            <a:ext cx="1091153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0">
                <a:solidFill>
                  <a:srgbClr val="828282"/>
                </a:solidFill>
                <a:latin typeface="Arial"/>
              </a:rPr>
              <a:t>わたしの心が見出す万の理由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4494276"/>
            <a:ext cx="1091153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0">
                <a:solidFill>
                  <a:srgbClr val="828282"/>
                </a:solidFill>
                <a:latin typeface="Arial"/>
              </a:rPr>
              <a:t>主をほめたたえよ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2052828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E no dia em que Sua força acabar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2985516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Quando o fim vem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4128516"/>
            <a:ext cx="1091153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0">
                <a:solidFill>
                  <a:srgbClr val="828282"/>
                </a:solidFill>
                <a:latin typeface="Arial"/>
              </a:rPr>
              <a:t>主の力が尽きる日にも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4494276"/>
            <a:ext cx="1091153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0">
                <a:solidFill>
                  <a:srgbClr val="828282"/>
                </a:solidFill>
                <a:latin typeface="Arial"/>
              </a:rPr>
              <a:t>終わりが来るとき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1650492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力    尽きる   ときも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2418588"/>
            <a:ext cx="1091153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0" i="1">
                <a:solidFill>
                  <a:srgbClr val="AAAAAA"/>
                </a:solidFill>
                <a:latin typeface="Arial"/>
              </a:rPr>
              <a:t>Chikara Tsukiru tokimo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2985516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終わりの  日にも  歌う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3753612"/>
            <a:ext cx="1091153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0" i="1">
                <a:solidFill>
                  <a:srgbClr val="AAAAAA"/>
                </a:solidFill>
                <a:latin typeface="Arial"/>
              </a:rPr>
              <a:t>Owarino Hinimo Utau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4530852"/>
            <a:ext cx="1091153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1">
                <a:solidFill>
                  <a:srgbClr val="828282"/>
                </a:solidFill>
                <a:latin typeface="Arial"/>
              </a:rPr>
              <a:t>Bendiga o Senhor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4896612"/>
            <a:ext cx="1091153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1">
                <a:solidFill>
                  <a:srgbClr val="828282"/>
                </a:solidFill>
                <a:latin typeface="Arial"/>
              </a:rPr>
              <a:t>O sol está se pondo e a madrugada vai cantar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1650492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消え去ること  ない あなたの愛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2418588"/>
            <a:ext cx="1091153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0" i="1">
                <a:solidFill>
                  <a:srgbClr val="AAAAAA"/>
                </a:solidFill>
                <a:latin typeface="Arial"/>
              </a:rPr>
              <a:t>Kiesarukoto nai Anatano Ai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2985516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(*)一万    年と   永遠に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3753612"/>
            <a:ext cx="1091153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0" i="1">
                <a:solidFill>
                  <a:srgbClr val="AAAAAA"/>
                </a:solidFill>
                <a:latin typeface="Arial"/>
              </a:rPr>
              <a:t>Ichiman   nento Eienni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4530852"/>
            <a:ext cx="1091153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1">
                <a:solidFill>
                  <a:srgbClr val="828282"/>
                </a:solidFill>
                <a:latin typeface="Arial"/>
              </a:rPr>
              <a:t>Quão bom é Ele, quão grande é Seu amor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4896612"/>
            <a:ext cx="1091153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1">
                <a:solidFill>
                  <a:srgbClr val="828282"/>
                </a:solidFill>
                <a:latin typeface="Arial"/>
              </a:rPr>
              <a:t>Quaisquer que sejam as perdas de amanhã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1650492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たましいよ   ほめ歌え   聖なる   主に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2418588"/>
            <a:ext cx="1091153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0" i="1">
                <a:solidFill>
                  <a:srgbClr val="AAAAAA"/>
                </a:solidFill>
                <a:latin typeface="Arial"/>
              </a:rPr>
              <a:t>Tamashiiyo Homeutae Seinaru Shuni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2985516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こころ   捧げ  うたえ 素晴らしい  主に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3753612"/>
            <a:ext cx="1091153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0" i="1">
                <a:solidFill>
                  <a:srgbClr val="AAAAAA"/>
                </a:solidFill>
                <a:latin typeface="Arial"/>
              </a:rPr>
              <a:t>Kokoro Sasage Utae Subarashii Shuni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4530852"/>
            <a:ext cx="1091153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1">
                <a:solidFill>
                  <a:srgbClr val="828282"/>
                </a:solidFill>
                <a:latin typeface="Arial"/>
              </a:rPr>
              <a:t>Bendiga o Senhor, ó minha alma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4896612"/>
            <a:ext cx="1091153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1">
                <a:solidFill>
                  <a:srgbClr val="828282"/>
                </a:solidFill>
                <a:latin typeface="Arial"/>
              </a:rPr>
              <a:t>Ó minha alma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2052828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Bendiga o Senhor, ó minha alma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2985516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Ó minha alma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4128516"/>
            <a:ext cx="1091153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0">
                <a:solidFill>
                  <a:srgbClr val="828282"/>
                </a:solidFill>
                <a:latin typeface="Arial"/>
              </a:rPr>
              <a:t>たましいよ   ほめ歌え   聖なる   主に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4494276"/>
            <a:ext cx="1091153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0">
                <a:solidFill>
                  <a:srgbClr val="828282"/>
                </a:solidFill>
                <a:latin typeface="Arial"/>
              </a:rPr>
              <a:t>こころ   捧げ  うたえ 素晴らしい  主に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2052828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Adore Seu santo nome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2985516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Cante como nunca antes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4128516"/>
            <a:ext cx="1091153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0">
                <a:solidFill>
                  <a:srgbClr val="828282"/>
                </a:solidFill>
                <a:latin typeface="Arial"/>
              </a:rPr>
              <a:t>たましいよ   ほめ歌え   聖なる   主に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4494276"/>
            <a:ext cx="1091153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0">
                <a:solidFill>
                  <a:srgbClr val="828282"/>
                </a:solidFill>
                <a:latin typeface="Arial"/>
              </a:rPr>
              <a:t>こころ   捧げ  うたえ 素晴らしい  主に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2052828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Meu canto ainda assim será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2985516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Bendiga o Senhor, ó minha alma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4128516"/>
            <a:ext cx="1091153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0">
                <a:solidFill>
                  <a:srgbClr val="828282"/>
                </a:solidFill>
                <a:latin typeface="Arial"/>
              </a:rPr>
              <a:t>わたしの歌はなおも歌われるでしょう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4494276"/>
            <a:ext cx="1091153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0">
                <a:solidFill>
                  <a:srgbClr val="828282"/>
                </a:solidFill>
                <a:latin typeface="Arial"/>
              </a:rPr>
              <a:t>わが魂よ、主をほめたたえよ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2052828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Ó minha alma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2985516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Adore Seu santo nome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4128516"/>
            <a:ext cx="1091153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0">
                <a:solidFill>
                  <a:srgbClr val="828282"/>
                </a:solidFill>
                <a:latin typeface="Arial"/>
              </a:rPr>
              <a:t>わが魂よ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4494276"/>
            <a:ext cx="1091153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0">
                <a:solidFill>
                  <a:srgbClr val="828282"/>
                </a:solidFill>
                <a:latin typeface="Arial"/>
              </a:rPr>
              <a:t>主の聖なる御名をあがめよ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2052828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800" b="1" i="0">
                <a:solidFill>
                  <a:srgbClr val="FFFFFF"/>
                </a:solidFill>
                <a:latin typeface="Arial"/>
              </a:rPr>
              <a:t>Dez mil razões pro meu coração encontrar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2985516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Bendiga o Senhor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4128516"/>
            <a:ext cx="1091153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0">
                <a:solidFill>
                  <a:srgbClr val="828282"/>
                </a:solidFill>
                <a:latin typeface="Arial"/>
              </a:rPr>
              <a:t>わたしの心が見出す万の理由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4494276"/>
            <a:ext cx="1091153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0">
                <a:solidFill>
                  <a:srgbClr val="828282"/>
                </a:solidFill>
                <a:latin typeface="Arial"/>
              </a:rPr>
              <a:t>主をほめたたえよ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2052828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E no dia em que Sua força acabar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2985516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Quando o fim vem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4128516"/>
            <a:ext cx="1091153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0">
                <a:solidFill>
                  <a:srgbClr val="828282"/>
                </a:solidFill>
                <a:latin typeface="Arial"/>
              </a:rPr>
              <a:t>主の力が尽きる日にも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4494276"/>
            <a:ext cx="1091153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0">
                <a:solidFill>
                  <a:srgbClr val="828282"/>
                </a:solidFill>
                <a:latin typeface="Arial"/>
              </a:rPr>
              <a:t>終わりが来るとき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