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minha alma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Adore Seu santo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Cante como nunca 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朝も   昼も    夜も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Asamo Hirumo Yorumo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変わらずに   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Kawarazuni Utau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苦難  にも  揺るがない あなたの愛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Kunan ni mo Yuruganai Anata 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勝てるもの   他に  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Katerumono Hokani 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Tamashiiyo Homeutae Seinaru Shuni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こころ   捧げ  うたえ 素晴らしい  主に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Sasage Utae Subarashii Shuni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Bendiga 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O sol está se pondo e a madrugada vai cantar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Quão bom é Ele, quão grande é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Quaisquer que sejam as perdas de amanhã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Meu canto ainda assim será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Adore Seu santo nome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力    尽きる   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Chikara Tsukiru tokimo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終わりの  日にも  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Owarino Hinimo Utau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消え去ること  ない あなたの愛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Kiesarukoto nai Anatano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(*)一万    年と   永遠に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Ichiman   nento Eienni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Tamashiiyo Homeutae Seinaru Shuni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こころ   捧げ  うたえ 素晴らしい  主に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Sasage Utae Subarashii Shuni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Dez mil razões pro meu coração encontrar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Bendiga 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no dia em que Sua força acabar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o fim 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