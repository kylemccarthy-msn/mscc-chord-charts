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弱き者よ   祈り望め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yowaki monoyo inorinozome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求めるものは   すべて主にある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motomeru mono wa subete shu ni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Ouço o Salvador dizer: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"Tua força é tão pequena;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イエスの血で        あがなわれ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de  aganaware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Fraco filho, vigia e ora,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Ouço o Salvador dizer: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"Tua força é tão pequena;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救い主が言うのを聞きます：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「あなたの力はとても小さい；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Fraco filho, vigia e ora,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 em Mim teu tudo"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弱き子よ、目を覚まし祈れ、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わたしの中にあなたのすべてを見出せ」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イエスがすべてを支払われた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すべてを彼に負っている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muda o coração de pedra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ao leproso pode purificar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石のような心を変える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ハンセン病人さえも清めることができる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イエスがすべてを支払われた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すべてを彼に負っている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deixou mancha carmesim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lavou branco como a neve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罪は深紅の汚れを残した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彼は私を雪のように白く洗った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御前に立つ日   何度も歌う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 ni tatsu hi nandomo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主の十字架の   愛を讃えて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jyuujika no ai wo tataete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Ouço o Salvador dizer: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"Tua força é tão pequena;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イエスの血で        あがなわれ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de  aganaware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Fraco filho, vigia e ora,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Senhor, de fato agora encontro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poder e somente Teu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主よ、本当に今、私は見出します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あなたの力のみを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Fraco filho, vigia e ora,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Encontra em Mim teu tudo"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弱き子よ、目を覚まし祈れ、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わたしの中にあなたのすべてを見出せ」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イエスがすべてを支払われた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すべてを彼に負っている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muda o coração de pedra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ao leproso pode purificar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石のような心を変える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ハンセン病人さえも清めることができる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a Ele eu devo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イエスがすべてを支払われた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すべてを彼に負っている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deixou mancha carmesim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me lavou branco como a neve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罪は深紅の汚れを残した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彼は私を雪のように白く洗った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Cristo eu estiver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"Jesus morreu para salvar minha alma"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キリストにあって私は完全である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「イエスは私の魂を救うために死なれた」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Meus lábios ainda repetirão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pagou 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私の唇はなお繰り返すでしょう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イエスがすべてを支払われた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イエスの血で        あがなわれ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de  aganaware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Fraco filho, vigia e ora,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Encontra em Mim teu tudo"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罪のけがれも   白くされし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no kegaremo shiroku sareshi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pagou tudo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