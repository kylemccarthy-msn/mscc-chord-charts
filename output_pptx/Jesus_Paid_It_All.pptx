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弱き者よ   祈り望め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yowaki monoyo inorinozome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求めるものは   すべて主にある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motomeru mono wa subete shu ni 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Ouço o Salvador dizer: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"Tua força é tão pequena;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イエスの血で        あがなわれ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no chi de  aganaware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罪のけがれも   白くされし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no kegaremo shiroku sareshi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Fraco filho, vigia e ora,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Encontra em Mim teu tudo"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Ouço o Salvador dizer: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"Tua força é tão pequena;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Fraco filho, vigia e ora,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Encontra em Mim teu tudo"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pagou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a Ele eu devo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muda o coração de pedra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ao leproso pode purificar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pagou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a Ele eu devo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pecado deixou mancha carmesim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me lavou branco como a neve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御前に立つ日   何度も歌う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mimae ni tatsu hi nandomo utau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主の十字架の   愛を讃えて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jyuujika no ai wo tataete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Ouço o Salvador dizer: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"Tua força é tão pequena;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イエスの血で        あがなわれ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no chi de  aganaware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罪のけがれも   白くされし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no kegaremo shiroku sareshi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Fraco filho, vigia e ora,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Encontra em Mim teu tudo"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Senhor, de fato agora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poder e somente Teu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Fraco filho, vigia e ora,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Encontra em Mim teu tudo"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pagou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a Ele eu devo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muda o coração de pedra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ao leproso pode purificar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pagou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a Ele eu devo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pecado deixou mancha carmesim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me lavou branco como a neve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Cristo eu estiver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"Jesus morreu para salvar minha alma"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Meus lábios ainda repetirão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pagou tudo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イエスの血で        あがなわれ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no chi de  aganaware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罪のけがれも   白くされし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no kegaremo shiroku sareshi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Fraco filho, vigia e ora,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Encontra em Mim teu tudo"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罪のけがれも   白くされし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no kegaremo shiroku sareshi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pagou tudo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