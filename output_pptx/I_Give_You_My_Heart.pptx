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Entrego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entrego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私の願い 主 イエスを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心からあがめ たたえる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Este é o meu desejo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Honrar a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全ての賛美は　あなたに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かけがえのない主イエスに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todo o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adoro a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わが心と わがたましい 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あなたにささげ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tudo o que há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dou meu louvor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生きるかぎり あなたの道を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あゆませたまえ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私の願い 主 イエスを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negai shu iesu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心からあがめ 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kara agame tataeru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 Entrego Meu Coração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 entrego meu coração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全ての賛美は　あなたに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sannbi wa anata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かけがえのない主イエスに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kakegae no nai shu iesu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Este é o meu desejo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Honrar a 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わが心と わがたましい 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kokoro to waga tamasii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あなたにささげ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ni sasage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 todo o coração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adoro a Ti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生きるかぎり あなたの道を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Ikiru kagiri anata no michi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あゆませたまえ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ayumase 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 tudo o que há em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Te dou meu louvor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