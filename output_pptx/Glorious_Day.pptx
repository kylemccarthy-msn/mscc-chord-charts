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1650492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あわれみに救われ　    自由を味わう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418588"/>
            <a:ext cx="109115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AAAAAA"/>
                </a:solidFill>
                <a:latin typeface="Arial"/>
              </a:rPr>
              <a:t>awaremi ni sukuware jiyuu wo ajiwau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古きはいま過ぎ去る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3753612"/>
            <a:ext cx="109115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AAAAAA"/>
                </a:solidFill>
                <a:latin typeface="Arial"/>
              </a:rPr>
              <a:t>furuki wa  ima sugisaru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4530852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28282"/>
                </a:solidFill>
                <a:latin typeface="Arial"/>
              </a:rPr>
              <a:t>Dia Glorioso (Vivendo, Ele Me Amou)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4896612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28282"/>
                </a:solidFill>
                <a:latin typeface="Arial"/>
              </a:rPr>
              <a:t>Um dia, quando o céu estava cheio de louvores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1650492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死の墓を　いま飛び出す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418588"/>
            <a:ext cx="109115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AAAAAA"/>
                </a:solidFill>
                <a:latin typeface="Arial"/>
              </a:rPr>
              <a:t>shi no haka wo ima tobidasu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主の栄光の日へと走る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3753612"/>
            <a:ext cx="109115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AAAAAA"/>
                </a:solidFill>
                <a:latin typeface="Arial"/>
              </a:rPr>
              <a:t>shu no eikou no hi heto hashiru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4530852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28282"/>
                </a:solidFill>
                <a:latin typeface="Arial"/>
              </a:rPr>
              <a:t>Habitou entre os homens, é meu exemplo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4896612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28282"/>
                </a:solidFill>
                <a:latin typeface="Arial"/>
              </a:rPr>
              <a:t>O Verbo se fez carne e a luz brilhou entre nós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1650492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死の墓を　いま飛び出そう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418588"/>
            <a:ext cx="109115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AAAAAA"/>
                </a:solidFill>
                <a:latin typeface="Arial"/>
              </a:rPr>
              <a:t>shi no haka wo ima tobidasou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主の栄光の日へと走る (riff)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3753612"/>
            <a:ext cx="109115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AAAAAA"/>
                </a:solidFill>
                <a:latin typeface="Arial"/>
              </a:rPr>
              <a:t>shu no eikou no hi hetohashiru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4530852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28282"/>
                </a:solidFill>
                <a:latin typeface="Arial"/>
              </a:rPr>
              <a:t>Sua glória revelada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4896612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28282"/>
                </a:solidFill>
                <a:latin typeface="Arial"/>
              </a:rPr>
              <a:t>Vivendo, Ele me amou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52828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Morrendo, Ele me salvou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Ressuscitado, Ele me justificou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52828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000" b="1" i="0">
                <a:solidFill>
                  <a:srgbClr val="FFFFFF"/>
                </a:solidFill>
                <a:latin typeface="Arial"/>
              </a:rPr>
              <a:t>Habitou entre os homens, é meu exemplo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300" b="1" i="0">
                <a:solidFill>
                  <a:srgbClr val="FFFFFF"/>
                </a:solidFill>
                <a:latin typeface="Arial"/>
              </a:rPr>
              <a:t>O Verbo se fez carne e a luz brilhou entre nós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4128516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828282"/>
                </a:solidFill>
                <a:latin typeface="Arial"/>
              </a:rPr>
              <a:t>死の墓を　いま飛び出す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4494276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828282"/>
                </a:solidFill>
                <a:latin typeface="Arial"/>
              </a:rPr>
              <a:t>主の栄光の日へと走る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52828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Sua glória revelada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Vivendo, Ele me amou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4128516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828282"/>
                </a:solidFill>
                <a:latin typeface="Arial"/>
              </a:rPr>
              <a:t>死の墓を　いま飛び出そう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4494276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828282"/>
                </a:solidFill>
                <a:latin typeface="Arial"/>
              </a:rPr>
              <a:t>主の栄光の日へと走る (riff)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52828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Livremente para sempre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Um dia Ele está vindo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