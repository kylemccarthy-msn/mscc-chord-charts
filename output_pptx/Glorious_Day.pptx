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あわれみに救われ　    自由を味わう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awaremi ni sukuware jiyuu wo ajiwau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古きはいま過ぎ去る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furuki wa  ima sugisaru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 Glorioso (Vivendo, Ele Me Amou)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Um dia, quando o céu estava cheio de louvores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死の墓を　いま飛び出す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 no haka wo ima tobidasu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主の栄光の日へと走る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eikou no hi heto hashiru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Habitou entre os homens, é meu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Verbo se fez carne e a luz brilhou entre nós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死の墓を　いま飛び出そう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 no haka wo ima tobidasou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主の栄光の日へと走る (riff)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eikou no hi hetohashiru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glória revelada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Vivendo, Ele me amou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Morrendo, Ele me salvou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Ressuscitado, Ele me justificou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死によりて、彼は私を救った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復活により、彼は私を義とした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Habitou entre os homens, é meu exemplo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O Verbo se fez carne e a luz brilhou entre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死の墓を　いま飛び出す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主の栄光の日へと走る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glória revelada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Vivendo, Ele me amou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死の墓を　いま飛び出そう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主の栄光の日へと走る (riff)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Livremente para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Um dia Ele está vindo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永遠に自由に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ある日、彼は来られる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