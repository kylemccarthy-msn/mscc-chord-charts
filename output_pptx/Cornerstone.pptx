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Cristo, Pedra Angular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esperança está firmada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キリスト、礎の石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私の希望は堅く立てられている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sangue e na justiça de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Não ouso confiar em bondade alguma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イエスの血と正義の中に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私は何の善意にも信頼することはない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 de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Quando as trevas parecem esconder Seu rosto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暗闇が主の御顔を隠すように見えるとき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Descansarei em Sua imutável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Em cada alto e tempestuoso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主の変わらぬ恵みの中に憩う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激しく嵐のような時の中で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âncora segura, permanece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Só Cristo! Pedra angular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私の確かな錨は立ち続ける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ただキリスト！礎の石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Fraco tornado forte no amor do Salvador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Através da tempestade, Ele é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救い主の愛の中で弱さから強さへ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嵐を通して、主は主である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