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Cristo, Pedra Angular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esperança está firmada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sangue e na justiça de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Não ouso confiar em bondade alguma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 de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Quando as trevas parecem esconder Seu rosto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Descansarei em Sua imutável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Em cada alto e tempestuoso momento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âncora segura, permanece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Cristo! Pedra angular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Fraco tornado forte no amor do Salvador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Através da tempestade, Ele é Senhor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