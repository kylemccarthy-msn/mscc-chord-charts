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Cristo, Pedra Angular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Minha esperança está firmada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 sangue e na justiça de Jesus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Não ouso confiar em bondade alguma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Senhor de tudo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74" b="1" i="0">
                <a:solidFill>
                  <a:srgbClr val="FFFFFF"/>
                </a:solidFill>
                <a:latin typeface="Arial"/>
              </a:rPr>
              <a:t>Quando as trevas parecem esconder Seu rosto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Descansarei em Sua imutável graça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Em cada alto e tempestuoso momento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Minha âncora segura, permanece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Só Cristo! Pedra angular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10" b="1" i="0">
                <a:solidFill>
                  <a:srgbClr val="FFFFFF"/>
                </a:solidFill>
                <a:latin typeface="Arial"/>
              </a:rPr>
              <a:t>Fraco tornado forte no amor do Salvador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Através da tempestade, Ele é Senhor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