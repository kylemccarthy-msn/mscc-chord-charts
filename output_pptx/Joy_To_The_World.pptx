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Alegria ao 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Alegria ao mundo! O Senhor vem!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世界に喜びを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世界に喜びを！主が来られる！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a terra o receba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Que todo coração lhe prepare morada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地が主を迎えよ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すべての心が主のために住まいを整えよ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céu e a natureza cantam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céu e a natureza cantam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天と自然が歌う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天と自然が歌う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諸人    こぞりて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morobito kozorite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迎えまつれ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mukae matsure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Alegria ao 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Alegria ao mundo! O Senhor vem!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久しく        待ちにし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hisashiku  machinishi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主は来ませり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kimaseri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a terra o receba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todo coração lhe prepare morada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主は来ませり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kimaseri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主は、 主は   来ませり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Interlude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 céu e a natureza cantam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 céu e a natureza cantam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Alegria ao mundo! O Salvador reina!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Que os homens suas canções empreguem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世界に喜びを！救い主が統治される！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人々がその歌を歌おう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Enquanto campos e rios, rochas, colinas e planícies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Repetem o júbilo que ressoa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野原と川、岩と丘と平野が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響き渡る喜びを繰り返す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そして主の愛の奇跡、奇跡が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そして主の愛の奇跡、奇跡が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そして主の愛の奇跡、奇跡が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そして主の愛の奇跡、奇跡が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Repetem, repetem o júbilo que ressoa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Ele governa o mundo com verdade e graça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響き渡る喜びを繰り返す、繰り返す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主は真実と恵みで世界を統治され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faz as nações descobrirem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esplendor de Sua retidão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国々に発見させる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主の義の栄光を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as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as maravilhas do Seu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この世の　やみじを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yono yamijiwo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照らしたもう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tera shitamou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Alegria ao 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Alegria ao mundo! O Senhor vem!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たえなる　ひかりの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taenaru hikarino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主は来ませり　主は来ませり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ha kima seri shu ha kima seri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a terra o receba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todo coração lhe prepare morada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　主は  来ませり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ha shu ha kima seri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 céu e a natureza cantam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Alegria ao mundo! O Salvador reina!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Que os homens suas canções empreguem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世界に喜びを！救い主が統治される！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人々がその歌を歌おう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Enquanto campos e rios, rochas, colinas e planícies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Repetem o júbilo que ressoa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野原と川、岩と丘と平野が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響き渡る喜びを繰り返す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そして主の愛の奇跡、奇跡が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そして主の愛の奇跡、奇跡が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そして主の愛の奇跡、奇跡が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そして主の愛の奇跡、奇跡が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