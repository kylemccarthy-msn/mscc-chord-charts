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Alegria ao Mundo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Alegria ao mundo! O Senhor vem!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a terra o receba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Que todo coração lhe prepare morada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o céu e a natureza cantam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o céu e a natureza cantam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諸人    こぞりて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morobito kozorite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迎えまつれ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mukae matsure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久しく        待ちにし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hisashiku  machinishi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主は来ませり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wa kimaseri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主は来ませり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wa kimaseri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主は、 主は   来ませり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Interlude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Alegria ao mundo! O Salvador reina!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Que os homens suas canções empreguem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60" b="1" i="0">
                <a:solidFill>
                  <a:srgbClr val="FFFFFF"/>
                </a:solidFill>
                <a:latin typeface="Arial"/>
              </a:rPr>
              <a:t>Enquanto campos e rios, rochas, colinas e planícies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Repetem o júbilo que ressoa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Repetem, repetem o júbilo que ressoa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Ele governa o mundo com verdade e graça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faz as nações descobrirem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esplendor de Sua retidão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as maravilhas do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as maravilhas do Seu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この世の　やみじを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yono yamijiwo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照らしたもう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tera shitamou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たえなる　ひかりの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taenaru hikarino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主は来ませり　主は来ませり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ha kima seri shu ha kima seri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主は　主は  来ませり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ha shu ha kima seri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Alegria ao mundo! O Salvador reina!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Que os homens suas canções empreguem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60" b="1" i="0">
                <a:solidFill>
                  <a:srgbClr val="FFFFFF"/>
                </a:solidFill>
                <a:latin typeface="Arial"/>
              </a:rPr>
              <a:t>Enquanto campos e rios, rochas, colinas e planícies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Repetem o júbilo que ressoa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E as maravilhas, maravilhas do Seu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