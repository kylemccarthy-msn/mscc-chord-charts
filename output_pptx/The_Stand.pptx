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Permanecer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permanecias antes da criação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eternidade em tuas mãos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Ordenaste que a Terra se movesse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alma agora permanece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Tu permanecias antes da minha falha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言葉に 　　 できない　  この   心       主に   　献げ-たい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言葉に 　　 できない　  この   心       主に   　献げ-たい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Suportaste a cruz pela minha desonra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Meu pecado pesou sobre os Teus ombros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言葉に 　　 できない　  この   心       主に   　献げ-たい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AAAA"/>
                </a:solidFill>
                <a:latin typeface="Arial"/>
              </a:rPr>
              <a:t>Kotoba ni      Dekina i                       Kono  kokoro shuni    Sasage-tai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alma agora permanece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救いの  中を    あなたと歩き   つたえて ゆ-く  主 - の やくそ   くを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AAAAAA"/>
                </a:solidFill>
                <a:latin typeface="Arial"/>
              </a:rPr>
              <a:t>Sukuino nakao ana tatoa ruki  Tsu taete yu-ku shu-no yaku so-kuo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Permanecer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言葉に 　　 できない　  この   心       主に   　献げ-たい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AAAA"/>
                </a:solidFill>
                <a:latin typeface="Arial"/>
              </a:rPr>
              <a:t>Kotoba ni      Dekina i                       Kono  kokoro shuni    Sasage-tai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alma agora permanece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alma agora permanece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Tu permanecias antes da minha falha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言葉に 　　 できない　  この   心       主に   　献げ-たい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言葉に 　　 できない　  この   心       主に   　献げ-たい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Suportaste a cruz pela minha desonra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Meu pecado pesou sobre os Teus ombros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que eu poderia dizer?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que eu poderia fazer?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　まえに立ち尽くし   手を　あげうたおう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　あなたに 献げます　   全てを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Além de oferecer esse coração, oh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　あなたに 献げます　   全てを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　まえに立ち尽くし   手を　あげうたおう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Shuno maeni tachi tsukushi      Teo     ageu taoo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　あなたに 献げます　   全てを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Shuyo ana ta-ni sasage mas   subeteo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que eu poderia dizer?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que eu poderia fazer?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　あなたに 献げます　   全てを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Shuyo ana ta-ni sasage mas   subeteo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Além de oferecer esse coração, oh Deus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全てを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