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Todos necessitam de um amor perfeito,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Perdão e compaixão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Todos necessitam de graça 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um Deus que salva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move as montanhas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tem poder pra salvar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Todos necessitam de um amor perfeito,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Perdão e compaixão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Todos necessitam de graça 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um Deus que salva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move as montanhas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tem poder pra salvar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Tem poder pra salvar.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Pra sempre autor da salvação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Jesus a morte venceu, sobre a morte venceu.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Me aceitas com meus medos, falhas e temores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Enche o meu viver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A minha vida entrego pra seguir teus passos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私のすべてを受け入れ再び みたされる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subete wo ukeirefutatabi mitasareru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命をささげてついてゆきたい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 wo sasagete tsuite yukitai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Todos necessitam de um amor perfeito,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Perdão e compaixão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すべて委ね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yudane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Todos necessitam de graça e esperança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主よ救いの神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shuyo sukui no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山も動かす力強さ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yama mo ugokasu chikarazuyosa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Tem poder pra salvar.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Pra sempre autor da salvação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救い生み出す主よ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umidasu shuyo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イエスは死にも打ち勝つ神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wa shi ni mo uchikatsu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a morte venceu, sobre a morte venceu.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aceitas com meus medos, falhas e temores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主よ救いの神 山も動かす力強さ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sukui no kami yama mo ugoka su chikarazuyosa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救い生み出す主よ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umidasu shu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Tem poder pra salvar.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Pra sempre autor da salvação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イエスは死にも打ち勝つ神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ha shini mo uchi katsu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a morte venceu, sobre a morte venceu.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