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Essência da Adoração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Quando a música 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tudo é tirado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simplesmente venho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Querendo trazer apenas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Algo que tenha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ただ 行こう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Tada yuko-o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静 寂 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seijakuno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その先へ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sono saki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よろこびを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Yorokobi 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あなたへと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届けたい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Todoketai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 が 求 め 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ga motomete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いるものは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iru mono 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歌 じゃないから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Uta janai kara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わたし の こころ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watashi no kokoro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深 く 探 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fukaku saguri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見 つ め て る か 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mitsumeteru kara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心 か ら の 賛 美 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Kokoro kara no sanbi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帰ります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Kaerimasu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 あ な た 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anata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勝手な 自分 捨てて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Katte na jibun sutete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帰ります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Kaerimasu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 あ な た 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anata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永遠 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Eien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王なる主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ou naru shu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あなただけに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dake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ささげたい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Sasagetai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すべてを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subete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この息さえも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Kono iki sae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possa abençoar o Teu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Trarei mais do que uma canção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Pois a canção em si mesma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é o que Tu necessitas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Procuras muito mais fundo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Através da aparência das coisas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Estás a olhar para o meu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Estou voltando ao coração da adoração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é tudo sobre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Tudo sobre Ti,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Perdoa-me, Senhor, pelo que fiz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Quando não era tudo sobre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Era tudo sobre Ti,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Rei de infinito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Ninguém poderia expressar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Quanto Tu mereces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Embora eu seja fraco e pobre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Tudo que tenho é Teu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cada fôlego que eu 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Ninguém poderia expressar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