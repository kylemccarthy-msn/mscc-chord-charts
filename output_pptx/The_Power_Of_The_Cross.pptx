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暗やみにかがやくひ(灯)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kurayami ni kagayaku 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カルバリの十字架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karubari no juujika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Poder da Cruz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Oh, ver o amanhecer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つみびとに  裁かれて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tsumibito ni sabakarete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打たれた主よ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utareta shu 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Do dia mais sombrio: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Cristo no caminho para o Calvário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すべて背負い　恥を受けて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subete seoi  haji wo ukete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罪を赦す　主イェスの十 - 字架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tsumi wo yurusu  shu iesu no juujika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Julgado por homens pecadores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Rasgado e espancado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Poder da Cruz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Oh, ver o amanhecer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十字架の力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ああ、夜明けを見る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Do dia mais sombrio: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Cristo no caminho para o Calvário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最も暗い日の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ゴルゴタへ向かうキリスト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Julgado por homens pecadores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Rasgado e espancado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罪人の男たちに裁かれて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引き裂かれ、打ちたたかれて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Julgado por homens pecadores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Rasgado e espancado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罪人の男たちに裁かれて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引き裂かれ、打ちたたかれて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日のひかり うしなわれ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hi no hikari  ushinaware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地はゆれ動いた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chi wa yureugoita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Poder da Cruz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Oh, ver o amanhecer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神殿の 幕は裂け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shinden no      maku wa sake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主は勝たれた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wa katareta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Do dia mais sombrio: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Cristo no caminho para o Calvário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罪を赦し　人を救う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tsumi wo yurushi   hito wo sukuu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深い 愛は　主イェスの十 - 字架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fukai ai wa  shu iesu no juujika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Julgado por homens pecadores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Rasgado e espancado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