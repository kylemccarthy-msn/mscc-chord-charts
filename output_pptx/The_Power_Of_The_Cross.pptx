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暗やみにかがやくひ(灯)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ni kagayaku 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カルバリの十字架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karubari no juujika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Poder da Cruz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ver o amanhecer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つみびとに  裁かれて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tsumibito ni sabakarete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打たれた主よ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utareta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 dia mais sombrio: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no caminho para o Calvário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すべて背負い　恥を受けて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seoi  haji wo ukete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罪を赦す　主イェスの十 - 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wo yurusu  shu iesu no juujika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Rasgado e espancado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Poder da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ver o amanhecer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 dia mais sombrio: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Cristo no caminho para o Calvário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e espancado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e espancado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日のひかり うしなわれ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 no hikari  ushinaware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地はゆれ動いた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 wa yureugoita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Poder da Cruz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ver o amanhecer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神殿の 幕は裂け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shinden no      maku wa sake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主は勝たれた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katareta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 dia mais sombrio: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no caminho para o Calvário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罪を赦し　人を救う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wo yurushi   hito wo sukuu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深い 愛は　主イェスの十 - 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fukai ai wa  shu iesu no juujika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Julgado por homens pecadores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Rasgado e espancado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