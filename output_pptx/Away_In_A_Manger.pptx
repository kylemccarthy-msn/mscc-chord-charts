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Num Berço de Palhas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Num berço humilde, Jesus nasceu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Deitaram na palha o corpinho seu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Estrelas brilhando banhavam de luz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飼い葉の桶 で寝ている  優しいかおのイエスさま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76" b="0" i="1">
                <a:solidFill>
                  <a:srgbClr val="B4B4B4"/>
                </a:solidFill>
                <a:latin typeface="Arial"/>
              </a:rPr>
              <a:t>kaiba no oke de neteiru   yasashii kao no iesu sama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月星空に輝 -き   平和な姿見守る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38" b="0" i="1">
                <a:solidFill>
                  <a:srgbClr val="B4B4B4"/>
                </a:solidFill>
                <a:latin typeface="Arial"/>
              </a:rPr>
              <a:t>tsuki hoshi sora ni kagayaki heiwana sugata mimamoru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lindo infante, menino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Mugiram os bois e Jesus despertou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Mas era tranquilo e não se assustou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Jesus, eu Te amo; com Teu terno olhar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全ての神の子供を       恵みと愛でみたして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91" b="0" i="1">
                <a:solidFill>
                  <a:srgbClr val="B4B4B4"/>
                </a:solidFill>
                <a:latin typeface="Arial"/>
              </a:rPr>
              <a:t>subete no kami no wo megumi to ai de mitashite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永遠までも御国で  ともに住ませてください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eien mademo mikuni de tomo ni sumasetekudasai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