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Louvarei porque Você é soberano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Louvarei porque Você reina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あなたが主権者だから賛美します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あなたが統治しているから賛美します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Tudo que tem fôlego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Louve ao Senhor, louve ao Senhor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息のあるすべてのもの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主を賛美せよ、主を賛美せよ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あなたをたたう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anata wo tatau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この賛美は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kono sambi wa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Louvarei porque Você é soberano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Louvarei porque Você reina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どんな敵をも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donna teki wo 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飲み込んでゆく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nomi konde yuku 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Tudo que tem fôlego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Louve ao Senhor, louve ao Senhor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い きの限り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iki no kagiri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主あなたへ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shu anata 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Louve ao Senhor, louve ao Senhor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Eu vou louvar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こえーあげ たたえよ 魂よ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koe age tataeyo tamashii yo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こえーあげ たたえよ 魂よ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koe age tataeyo tamashii yo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Eu vou louvar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Louve ao Senhor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300" b="1" i="0">
                <a:solidFill>
                  <a:srgbClr val="FFFFFF"/>
                </a:solidFill>
                <a:latin typeface="Arial"/>
              </a:rPr>
              <a:t>Eu louvarei quando estiver ganhando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Louvarei quando estiver perdendo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勝利しているときに賛美します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敗北しているときに賛美します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Louvarei porque Você é quem 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 há razões demais para louvar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あなたがあなただから賛美します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そして賛美する理由は数え切れません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主よあなたを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shu yo anata 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選べない時も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erabe nai toki 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Louvarei porque Você é soberano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Louvarei porque Você reina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我が 全能の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waga zennou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主を褒め歌う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shu wo home utau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Tudo que tem fôlego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Louve ao Senhor, louve ao Senhor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Eu vou louvar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Louve ao Senhor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こえーあげ たたえよ 魂よ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こえーあげ たたえよ 魂よ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Eu vou louvar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Louve ao Senhor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私は賛美します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主を賛美せよ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Eu vou louvar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Louve ao Senhor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私は賛美します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主を賛美せよ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統べ治める      全能の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sube osameru   zen nou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よみがえり    勝利した主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yomigaeri   shori Shita shu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O Todo-Poderoso que reina soberano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Senhor ressurreto, vitorioso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唯一の真理        変わらない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yuitsu no Shinri  kawaranai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あなたに勝る     ものはない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anata ni masaru mono wa 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A única verdade imutável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Nada se compara a ti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