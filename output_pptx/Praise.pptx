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Louvarei porque Você é soberano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Louvarei porque Você reina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que tem fôlego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Louve ao Senhor, louve ao Senhor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あなたをたたう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wo tatau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この賛美は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sambi 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Louvarei porque Você é soberano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Louvarei porque Você reina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どんな敵をも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donna teki wo 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飲み込んでゆく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nomi konde yuku 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que tem fôlego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Louve ao Senhor, louve ao Senhor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 きの限り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iki no kagiri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主あなたへ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anata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Louve ao Senhor, louve ao Senhor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vou louvar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こえーあげ たたえよ 魂よ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koe age tataeyo tamashii 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こえーあげ たたえよ 魂よ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koe age tataeyo tamashii 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vou louvar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Louve ao Senhor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Eu louvarei quando estiver ganhando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Louvarei quando estiver perdendo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Louvarei porque Você é quem 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há razões demais para louvar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主よあなたを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yo anata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選べない時も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erabe nai toki 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Louvarei porque Você é soberano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Louvarei porque Você reina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我が 全能の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waga zennou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主を褒め歌う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wo home utau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que tem fôlego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Louve ao Senhor, louve ao Senhor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vou louvar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Louve ao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こえーあげ たたえよ 魂よ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こえーあげ たたえよ 魂よ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vou louvar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Louve ao Senhor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vou louvar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Louve ao Senhor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統べ治める      全能の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 osameru   zen nou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よみがえり    勝利した主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yomigaeri   shori Shita shu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唯一の真理        変わらない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yuitsu no Shinri  kawaranai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あなたに勝る     ものはない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ni masaru mono wa nai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