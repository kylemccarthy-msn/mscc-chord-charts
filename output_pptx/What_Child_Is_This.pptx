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Criança É 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criança é esta que repousa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 colo de Maria adormecida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A quem os anjos saúdam com hinos doces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Enquanto os pastores vigilam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Este, este é Cristo, o 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A quem os pastores guardam e os anjos cantam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Apressai-vos, trazei-lhe louvores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Bebê, o Filho de Maria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Por que jaz em tão humilde lugar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Onde boi e jumento se alimentam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Bondoso cristão, pelos pecadores 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Palavra eterna se apresenta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Este, este é Cristo, o 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A quem os pastores guardam e os anjos cantam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Apressai-vos, trazei-lhe louvores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Bebê, o Filho de Maria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Então trazei ouro, incenso e mirra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20" b="1" i="0">
                <a:solidFill>
                  <a:srgbClr val="FFFFFF"/>
                </a:solidFill>
                <a:latin typeface="Arial"/>
              </a:rPr>
              <a:t>Vinde, camponeses e reis, prosternai-vos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O Rei dos reis, a salvação nos traz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20" b="1" i="0">
                <a:solidFill>
                  <a:srgbClr val="FFFFFF"/>
                </a:solidFill>
                <a:latin typeface="Arial"/>
              </a:rPr>
              <a:t>Deixai os corações amorosos entronizá-Lo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生まれたーみどりごー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umareta midorigo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ねむるかーいばおけ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nemuru kaiba oke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まずしきーものらにー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mazushiki monorani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すくーいをーつげる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sukui o tsugeru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いまーむ かえるー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ima mukaeru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おうなるー キリスト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ou naru kirisuto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ともーに つどいー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tomoni tsudoi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よろーこ びー いわえ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torokobi iwae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A quem os pastores guardam e os anjos cantam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Apressai-vos, trazei-lhe louvores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Bebê, o Filho de Maria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A quem os pastores guardam e os anjos cantam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Apressai-vos, trazei-lhe louvores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Bebê, o Filho de Maria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