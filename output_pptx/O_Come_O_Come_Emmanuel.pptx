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salva o aflito Israel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chora o exílio em seu viver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Até Jesus aparecer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Cantai! Cantai! Emanuel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久 しく    待ち  -    にし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hisashiku machi    nishi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主よとく   来た   -   りて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shuyo toku  kita   -  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salva o aflito Israel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chora o exílio em seu viver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御民のなわ  -  めを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mitami no nawame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解き   放ちた  -   まえ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tokihanachi tamae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Até Jesus aparecer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Cantai! Cantai! Emanuel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Sabedoria que vem do Céu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Ordena tudo aqui também!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com Ele sempre andar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Cantai! Cantai! Emanuel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Virá a vós, ó Israel!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com Ele sempre andar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Cantai! Cantai! Emanuel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ダビデの裔なる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dabide no sue---naru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主よ、とく来たりて、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 yo to ku ki ta--ri 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salva o aflito Israel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chora o exílio em seu viver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平和の花咲く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heiwa no hana saku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国をたてたまえ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kuniwo tate ta--ma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Até Jesus aparecer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Cantai! Cantai! Emanuel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主よ     主よ    みた  -   みを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shuyo mitami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救わせ   たま  -   えや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sukuwase tamaeya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Sabedoria que vem do Céu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Ordena tudo aqui também!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