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Sê Tu Minha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Sê Tu minha visão, Senhor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あなたが私のビジョン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主よ、あなたが私の心のビジョンであってください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Nada além de Ti seja tudo para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Tu meu melhor pensamento de dia ou de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あなた以外に何もなく、すべてが私のものとなりますように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あなたは昼も夜も私の最高の思い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み言葉なるキリスト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mikotoba naru kirisuto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われとともに ますとは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to tomo ni masu towa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visão, Senhor do meu coração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血を分けたる親子も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 wo waketaru oyako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およばざるつなぎなり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oyobazaru tsunagi nari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além de Ti seja tudo para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meu melhor pensamento de dia ou de noite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Acordado ou dormindo, Tua presença minha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Sê Tu minha sabedoria e Tu minha palavra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目覚めているときも寝ているときも、あなたの臨在が私の光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あなたが私の知恵となり、あなたが私のことばとなってください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Sempre em Ti e Tu, Senhor, comigo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Tu meu grande Pai, eu Teu verdadeiro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常にあなたの中にあり、主よ、あなたが私とともに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あなたは私の大いなる父、私はあなたの真実の子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Tu em mim habitando e eu contigo 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あなたが私のうちに住み、私があなたと一つになる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minha herança agora e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Tu e Tu somente primeiro em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あなたは今も永遠も私の受け継ぐもの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あなただけが、ただあなただけが私の心で最初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Rei exaltado do céu, meu tesouro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Rei exaltado do céu, minha vitória alcançada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天の高き王よ、あなたが私の宝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天の高き王よ、あなたが私の勝利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きみはわれのまぼろし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kimi wa ware no maboroshi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いかなることありとも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ikanaru koto ari to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Sê Tu minha visão, Senhor do meu coração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のぼらしめよ わが身を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noborashimeyo wa ga 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いよよ高き空へと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iyoyo takaki so-ra he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Nada além de Ti seja tudo para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meu melhor pensamento de dia ou de noite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