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Sê Tu Minha 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Sê Tu minha visão, Senhor do meu coração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Nada além de Ti seja tudo para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Tu meu melhor pensamento de dia ou de noite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み言葉なるキリスト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mikotoba naru kirisuto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われとともに ますとは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to tomo ni masu towa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Sê Tu Minha Visão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Sê Tu minha visão, Senhor do meu coração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血を分けたる親子も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 wo waketaru oyako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およばざるつなぎなり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oyobazaru tsunagi nari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Nada além de Ti seja tudo para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meu melhor pensamento de dia ou de noite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Acordado ou dormindo, Tua presença minha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Sê Tu minha sabedoria e Tu minha palavra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Sempre em Ti e Tu, Senhor, comigo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Tu meu grande Pai, eu Teu verdadeiro filho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Tu em mim habitando e eu contigo um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minha herança agora e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Tu e Tu somente primeiro em meu coração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Rei exaltado do céu, meu tesouro 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Rei exaltado do céu, minha vitória alcançada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きみはわれのまぼろし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kimi wa ware no maboroshi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いかなることありとも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ikanaru koto ari to 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Sê Tu Minha Visão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Sê Tu minha visão, Senhor do meu coração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のぼらしめよ わが身を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noborashimeyo wa ga mi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いよよ高き空へと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iyoyo takaki so-ra he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Nada além de Ti seja tudo para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meu melhor pensamento de dia ou de noite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