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神の御子-は-     今宵しも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kami no miko wa ko-yoishi-mo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ベツレヘムに    生ま-れ-たもう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betsurehemu ni umaretamou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Cristãos, vinde todos, com alegres cantos.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Oh! Vinde, oh! Vinde até Belém.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いざや  友よ、  もろともに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izaya tomoyo morotomo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いそぎゆきて    拝まずや-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isogi yukite ogamazuya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Vede nascido, vosso rei eterno.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Oh! Vinde adoremos,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いそぎゆきて          拝まずや。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isogi yukite ogamazuya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Oh! Vinde adoremos,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Cristãos, vinde todos, com alegres cantos.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Oh! Vinde, oh! Vinde até Belém.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神の御子-は-     今宵しも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ベツレヘムに    生ま-れ-たもう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Vede nascido, vosso rei eterno.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Oh! Vinde adoremos,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いざや  友よ、  もろともに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いそぎゆきて    拝まずや-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Oh! Vinde adoremos,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Oh! Vinde adoremos o Salvador!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いそぎゆきて          拝まずや。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Humildes pastores deixam seu rebanho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alegres acorrem ao rei do céu.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Nós, igualmente, cheios de alegria.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Oh! Vinde adoremos,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Oh! Vinde adoremos o Salvador!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Oh! Vinde adoremos,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Oh! Vinde adoremos o Salvador!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Oh! Vinde adoremos,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Oh! Vinde adoremos o Salvador!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Oh! Vinde adoremos,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Oh! Vinde adoremos o Salvador!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