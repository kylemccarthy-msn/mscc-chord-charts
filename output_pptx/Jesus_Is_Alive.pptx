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息絶えても 永遠に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iki ta-etemo e-ienni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つづく 希望が いまここに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tsuzuku kibo-ga i-makokoni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主イェスは 死を超え よみがえられた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iesu wa shio koe yomi gaerareta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見よ からになった墓を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miyo karani naa--ta haka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Aleluia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 疲れた ものよ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subeteno tsukareta monoyo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生ける水が ここにある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ikeru mizuga kokoni 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迷 える 者よ その かわき 満た]す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mayo eru monoyo sono kawaki mitasu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世に勝る 王は ここに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yoni masaru ouwa kokoni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Aleluia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ima odori utao-o yami wo tsura nuite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叫べ われら の    王イェスは 生きている!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sakebe warera no oh iesu wa i-kite-iru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primeiro e o último é 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maldição do pecado foi quebrada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息絶えても 永遠に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つづく 希望が いまここに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主イェスは 死を超え よみがえられた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見よ からになった墓を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morte perdeu a vitória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o túmulo foi negado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vive para sempre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é o alfa e o ômega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primeiro e o último é 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 maldição do pecado foi quebrada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 われら の    王イェスは 生きている!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temos perfeita liberdade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Cordeiro de Deus ressuscitou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 われら の    王イェスは 生きている!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恐れも 疑いも 消え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osoremo utagai mo 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恥と 罪に 力 なく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hajito tsumini chikara naku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o túmulo foi negado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vive para sempre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囚われた たみを 解き放つ あい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tora wareta tami wo toki hanatsu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よみ がえりの 王イエス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 gaerino o-o iesu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Ele está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Ele está vivo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está vivo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primeiro e o último é 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 maldição do pecado foi quebrada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 われら の    王イェスは 生きている!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temos perfeita liberdade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Cordeiro de Deus ressuscitou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叫べ われら の    王イェスは 生きている!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está vivo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いま おどりうたおう 闇を つらぬいて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ima odori utao-o yami wo tsura nuite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叫べ われら の    王イェスは 生きている!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sakebe warera no oh iesu wa i-kite-iru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primeiro e o último é 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maldição do pecado foi quebrada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