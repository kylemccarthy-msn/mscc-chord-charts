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800" b="1" i="0">
                <a:solidFill>
                  <a:srgbClr val="FFFFFF"/>
                </a:solidFill>
                <a:latin typeface="Arial"/>
              </a:rPr>
              <a:t>De Braços Bem Abertos</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800" b="1" i="0">
                <a:solidFill>
                  <a:srgbClr val="FFFFFF"/>
                </a:solidFill>
                <a:latin typeface="Arial"/>
              </a:rPr>
              <a:t>Tome a minha vida, Eu te entrego</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腕を大きく開いて</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私の人生を取ってください、私はあなたに委ねます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702052"/>
            <a:ext cx="10911535" cy="731520"/>
          </a:xfrm>
          <a:prstGeom prst="rect">
            <a:avLst/>
          </a:prstGeom>
          <a:noFill/>
        </p:spPr>
        <p:txBody>
          <a:bodyPr wrap="square">
            <a:spAutoFit/>
          </a:bodyPr>
          <a:lstStyle/>
          <a:p>
            <a:pPr algn="ctr"/>
            <a:r>
              <a:rPr sz="4800" b="1" i="0">
                <a:solidFill>
                  <a:srgbClr val="FFFFFF"/>
                </a:solidFill>
                <a:latin typeface="Arial"/>
              </a:rPr>
              <a:t>Na cruz, onde eu me encontro</a:t>
            </a:r>
          </a:p>
        </p:txBody>
      </p:sp>
      <p:sp>
        <p:nvSpPr>
          <p:cNvPr id="3" name="TextBox 2"/>
          <p:cNvSpPr txBox="1"/>
          <p:nvPr/>
        </p:nvSpPr>
        <p:spPr>
          <a:xfrm>
            <a:off x="640080" y="3845052"/>
            <a:ext cx="10911535" cy="310896"/>
          </a:xfrm>
          <a:prstGeom prst="rect">
            <a:avLst/>
          </a:prstGeom>
          <a:noFill/>
        </p:spPr>
        <p:txBody>
          <a:bodyPr wrap="square">
            <a:spAutoFit/>
          </a:bodyPr>
          <a:lstStyle/>
          <a:p>
            <a:pPr algn="ctr"/>
            <a:r>
              <a:rPr sz="2000" b="0" i="0">
                <a:solidFill>
                  <a:srgbClr val="828282"/>
                </a:solidFill>
                <a:latin typeface="Arial"/>
              </a:rPr>
              <a:t>十字架の上で、私は自分を見つけます</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1650492"/>
            <a:ext cx="10911535" cy="731520"/>
          </a:xfrm>
          <a:prstGeom prst="rect">
            <a:avLst/>
          </a:prstGeom>
          <a:noFill/>
        </p:spPr>
        <p:txBody>
          <a:bodyPr wrap="square">
            <a:spAutoFit/>
          </a:bodyPr>
          <a:lstStyle/>
          <a:p>
            <a:pPr algn="ctr"/>
            <a:r>
              <a:rPr sz="4600" b="1" i="0">
                <a:solidFill>
                  <a:srgbClr val="FFFFFF"/>
                </a:solidFill>
                <a:latin typeface="Arial"/>
              </a:rPr>
              <a:t>この手と心             きよめ 守って</a:t>
            </a:r>
          </a:p>
        </p:txBody>
      </p:sp>
      <p:sp>
        <p:nvSpPr>
          <p:cNvPr id="3" name="TextBox 2"/>
          <p:cNvSpPr txBox="1"/>
          <p:nvPr/>
        </p:nvSpPr>
        <p:spPr>
          <a:xfrm>
            <a:off x="640080" y="2418588"/>
            <a:ext cx="10911535" cy="365760"/>
          </a:xfrm>
          <a:prstGeom prst="rect">
            <a:avLst/>
          </a:prstGeom>
          <a:noFill/>
        </p:spPr>
        <p:txBody>
          <a:bodyPr wrap="square">
            <a:spAutoFit/>
          </a:bodyPr>
          <a:lstStyle/>
          <a:p>
            <a:pPr algn="ctr"/>
            <a:r>
              <a:rPr sz="2400" b="0" i="1">
                <a:solidFill>
                  <a:srgbClr val="AAAAAA"/>
                </a:solidFill>
                <a:latin typeface="Arial"/>
              </a:rPr>
              <a:t>kono te to kokoro   kiyome mamotte</a:t>
            </a:r>
          </a:p>
        </p:txBody>
      </p:sp>
      <p:sp>
        <p:nvSpPr>
          <p:cNvPr id="4" name="TextBox 3"/>
          <p:cNvSpPr txBox="1"/>
          <p:nvPr/>
        </p:nvSpPr>
        <p:spPr>
          <a:xfrm>
            <a:off x="640080" y="2985516"/>
            <a:ext cx="10911535" cy="731520"/>
          </a:xfrm>
          <a:prstGeom prst="rect">
            <a:avLst/>
          </a:prstGeom>
          <a:noFill/>
        </p:spPr>
        <p:txBody>
          <a:bodyPr wrap="square">
            <a:spAutoFit/>
          </a:bodyPr>
          <a:lstStyle/>
          <a:p>
            <a:pPr algn="ctr"/>
            <a:r>
              <a:rPr sz="4800" b="1" i="0">
                <a:solidFill>
                  <a:srgbClr val="FFFFFF"/>
                </a:solidFill>
                <a:latin typeface="Arial"/>
              </a:rPr>
              <a:t>主の想い    歩ませて</a:t>
            </a:r>
          </a:p>
        </p:txBody>
      </p:sp>
      <p:sp>
        <p:nvSpPr>
          <p:cNvPr id="5" name="TextBox 4"/>
          <p:cNvSpPr txBox="1"/>
          <p:nvPr/>
        </p:nvSpPr>
        <p:spPr>
          <a:xfrm>
            <a:off x="640080" y="3753612"/>
            <a:ext cx="10911535" cy="365760"/>
          </a:xfrm>
          <a:prstGeom prst="rect">
            <a:avLst/>
          </a:prstGeom>
          <a:noFill/>
        </p:spPr>
        <p:txBody>
          <a:bodyPr wrap="square">
            <a:spAutoFit/>
          </a:bodyPr>
          <a:lstStyle/>
          <a:p>
            <a:pPr algn="ctr"/>
            <a:r>
              <a:rPr sz="2400" b="0" i="1">
                <a:solidFill>
                  <a:srgbClr val="AAAAAA"/>
                </a:solidFill>
                <a:latin typeface="Arial"/>
              </a:rPr>
              <a:t>shu no omoi ayumasete</a:t>
            </a:r>
          </a:p>
        </p:txBody>
      </p:sp>
      <p:sp>
        <p:nvSpPr>
          <p:cNvPr id="6" name="TextBox 5"/>
          <p:cNvSpPr txBox="1"/>
          <p:nvPr/>
        </p:nvSpPr>
        <p:spPr>
          <a:xfrm>
            <a:off x="640080" y="4530852"/>
            <a:ext cx="10911535" cy="310896"/>
          </a:xfrm>
          <a:prstGeom prst="rect">
            <a:avLst/>
          </a:prstGeom>
          <a:noFill/>
        </p:spPr>
        <p:txBody>
          <a:bodyPr wrap="square">
            <a:spAutoFit/>
          </a:bodyPr>
          <a:lstStyle/>
          <a:p>
            <a:pPr algn="ctr"/>
            <a:r>
              <a:rPr sz="2000" b="0" i="1">
                <a:solidFill>
                  <a:srgbClr val="828282"/>
                </a:solidFill>
                <a:latin typeface="Arial"/>
              </a:rPr>
              <a:t>De Braços Bem Abertos</a:t>
            </a:r>
          </a:p>
        </p:txBody>
      </p:sp>
      <p:sp>
        <p:nvSpPr>
          <p:cNvPr id="7" name="TextBox 6"/>
          <p:cNvSpPr txBox="1"/>
          <p:nvPr/>
        </p:nvSpPr>
        <p:spPr>
          <a:xfrm>
            <a:off x="640080" y="4896612"/>
            <a:ext cx="10911535" cy="310896"/>
          </a:xfrm>
          <a:prstGeom prst="rect">
            <a:avLst/>
          </a:prstGeom>
          <a:noFill/>
        </p:spPr>
        <p:txBody>
          <a:bodyPr wrap="square">
            <a:spAutoFit/>
          </a:bodyPr>
          <a:lstStyle/>
          <a:p>
            <a:pPr algn="ctr"/>
            <a:r>
              <a:rPr sz="2000" b="0" i="1">
                <a:solidFill>
                  <a:srgbClr val="828282"/>
                </a:solidFill>
                <a:latin typeface="Arial"/>
              </a:rPr>
              <a:t>Tome a minha vida, Eu te entrego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1650492"/>
            <a:ext cx="10911535" cy="731520"/>
          </a:xfrm>
          <a:prstGeom prst="rect">
            <a:avLst/>
          </a:prstGeom>
          <a:noFill/>
        </p:spPr>
        <p:txBody>
          <a:bodyPr wrap="square">
            <a:spAutoFit/>
          </a:bodyPr>
          <a:lstStyle/>
          <a:p>
            <a:pPr algn="ctr"/>
            <a:r>
              <a:rPr sz="4800" b="1" i="0">
                <a:solidFill>
                  <a:srgbClr val="FFFFFF"/>
                </a:solidFill>
                <a:latin typeface="Arial"/>
              </a:rPr>
              <a:t>主の前 に立ち 手を広げ</a:t>
            </a:r>
          </a:p>
        </p:txBody>
      </p:sp>
      <p:sp>
        <p:nvSpPr>
          <p:cNvPr id="3" name="TextBox 2"/>
          <p:cNvSpPr txBox="1"/>
          <p:nvPr/>
        </p:nvSpPr>
        <p:spPr>
          <a:xfrm>
            <a:off x="640080" y="2418588"/>
            <a:ext cx="10911535" cy="365760"/>
          </a:xfrm>
          <a:prstGeom prst="rect">
            <a:avLst/>
          </a:prstGeom>
          <a:noFill/>
        </p:spPr>
        <p:txBody>
          <a:bodyPr wrap="square">
            <a:spAutoFit/>
          </a:bodyPr>
          <a:lstStyle/>
          <a:p>
            <a:pPr algn="ctr"/>
            <a:r>
              <a:rPr sz="2400" b="0" i="1">
                <a:solidFill>
                  <a:srgbClr val="AAAAAA"/>
                </a:solidFill>
                <a:latin typeface="Arial"/>
              </a:rPr>
              <a:t>shu no mae ni tachi te wo hiroge</a:t>
            </a:r>
          </a:p>
        </p:txBody>
      </p:sp>
      <p:sp>
        <p:nvSpPr>
          <p:cNvPr id="4" name="TextBox 3"/>
          <p:cNvSpPr txBox="1"/>
          <p:nvPr/>
        </p:nvSpPr>
        <p:spPr>
          <a:xfrm>
            <a:off x="640080" y="2985516"/>
            <a:ext cx="10911535" cy="731520"/>
          </a:xfrm>
          <a:prstGeom prst="rect">
            <a:avLst/>
          </a:prstGeom>
          <a:noFill/>
        </p:spPr>
        <p:txBody>
          <a:bodyPr wrap="square">
            <a:spAutoFit/>
          </a:bodyPr>
          <a:lstStyle/>
          <a:p>
            <a:pPr algn="ctr"/>
            <a:r>
              <a:rPr sz="4800" b="1" i="0">
                <a:solidFill>
                  <a:srgbClr val="FFFFFF"/>
                </a:solidFill>
                <a:latin typeface="Arial"/>
              </a:rPr>
              <a:t>私の すべて  捧げる</a:t>
            </a:r>
          </a:p>
        </p:txBody>
      </p:sp>
      <p:sp>
        <p:nvSpPr>
          <p:cNvPr id="5" name="TextBox 4"/>
          <p:cNvSpPr txBox="1"/>
          <p:nvPr/>
        </p:nvSpPr>
        <p:spPr>
          <a:xfrm>
            <a:off x="640080" y="3753612"/>
            <a:ext cx="10911535" cy="365760"/>
          </a:xfrm>
          <a:prstGeom prst="rect">
            <a:avLst/>
          </a:prstGeom>
          <a:noFill/>
        </p:spPr>
        <p:txBody>
          <a:bodyPr wrap="square">
            <a:spAutoFit/>
          </a:bodyPr>
          <a:lstStyle/>
          <a:p>
            <a:pPr algn="ctr"/>
            <a:r>
              <a:rPr sz="2400" b="0" i="1">
                <a:solidFill>
                  <a:srgbClr val="AAAAAA"/>
                </a:solidFill>
                <a:latin typeface="Arial"/>
              </a:rPr>
              <a:t>watashi no subete sasageru</a:t>
            </a:r>
          </a:p>
        </p:txBody>
      </p:sp>
      <p:sp>
        <p:nvSpPr>
          <p:cNvPr id="6" name="TextBox 5"/>
          <p:cNvSpPr txBox="1"/>
          <p:nvPr/>
        </p:nvSpPr>
        <p:spPr>
          <a:xfrm>
            <a:off x="640080" y="4530852"/>
            <a:ext cx="10911535" cy="310896"/>
          </a:xfrm>
          <a:prstGeom prst="rect">
            <a:avLst/>
          </a:prstGeom>
          <a:noFill/>
        </p:spPr>
        <p:txBody>
          <a:bodyPr wrap="square">
            <a:spAutoFit/>
          </a:bodyPr>
          <a:lstStyle/>
          <a:p>
            <a:pPr algn="ctr"/>
            <a:r>
              <a:rPr sz="2000" b="0" i="1">
                <a:solidFill>
                  <a:srgbClr val="828282"/>
                </a:solidFill>
                <a:latin typeface="Arial"/>
              </a:rPr>
              <a:t>Tudo que eu tenho, Eu entrego a ti oh Deus</a:t>
            </a:r>
          </a:p>
        </p:txBody>
      </p:sp>
      <p:sp>
        <p:nvSpPr>
          <p:cNvPr id="7" name="TextBox 6"/>
          <p:cNvSpPr txBox="1"/>
          <p:nvPr/>
        </p:nvSpPr>
        <p:spPr>
          <a:xfrm>
            <a:off x="640080" y="4896612"/>
            <a:ext cx="10911535" cy="310896"/>
          </a:xfrm>
          <a:prstGeom prst="rect">
            <a:avLst/>
          </a:prstGeom>
          <a:noFill/>
        </p:spPr>
        <p:txBody>
          <a:bodyPr wrap="square">
            <a:spAutoFit/>
          </a:bodyPr>
          <a:lstStyle/>
          <a:p>
            <a:pPr algn="ctr"/>
            <a:r>
              <a:rPr sz="2000" b="0" i="1">
                <a:solidFill>
                  <a:srgbClr val="828282"/>
                </a:solidFill>
                <a:latin typeface="Arial"/>
              </a:rPr>
              <a:t>Tome as minhas mãos e as torne limpas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1650492"/>
            <a:ext cx="10911535" cy="731520"/>
          </a:xfrm>
          <a:prstGeom prst="rect">
            <a:avLst/>
          </a:prstGeom>
          <a:noFill/>
        </p:spPr>
        <p:txBody>
          <a:bodyPr wrap="square">
            <a:spAutoFit/>
          </a:bodyPr>
          <a:lstStyle/>
          <a:p>
            <a:pPr algn="ctr"/>
            <a:r>
              <a:rPr sz="4800" b="1" i="0">
                <a:solidFill>
                  <a:srgbClr val="FFFFFF"/>
                </a:solidFill>
                <a:latin typeface="Arial"/>
              </a:rPr>
              <a:t>時間と 日々も     この息 さえも</a:t>
            </a:r>
          </a:p>
        </p:txBody>
      </p:sp>
      <p:sp>
        <p:nvSpPr>
          <p:cNvPr id="3" name="TextBox 2"/>
          <p:cNvSpPr txBox="1"/>
          <p:nvPr/>
        </p:nvSpPr>
        <p:spPr>
          <a:xfrm>
            <a:off x="640080" y="2418588"/>
            <a:ext cx="10911535" cy="365760"/>
          </a:xfrm>
          <a:prstGeom prst="rect">
            <a:avLst/>
          </a:prstGeom>
          <a:noFill/>
        </p:spPr>
        <p:txBody>
          <a:bodyPr wrap="square">
            <a:spAutoFit/>
          </a:bodyPr>
          <a:lstStyle/>
          <a:p>
            <a:pPr algn="ctr"/>
            <a:r>
              <a:rPr sz="2400" b="0" i="1">
                <a:solidFill>
                  <a:srgbClr val="AAAAAA"/>
                </a:solidFill>
                <a:latin typeface="Arial"/>
              </a:rPr>
              <a:t>jikann to hibi mo   kono iki saemo</a:t>
            </a:r>
          </a:p>
        </p:txBody>
      </p:sp>
      <p:sp>
        <p:nvSpPr>
          <p:cNvPr id="4" name="TextBox 3"/>
          <p:cNvSpPr txBox="1"/>
          <p:nvPr/>
        </p:nvSpPr>
        <p:spPr>
          <a:xfrm>
            <a:off x="640080" y="2985516"/>
            <a:ext cx="10911535" cy="731520"/>
          </a:xfrm>
          <a:prstGeom prst="rect">
            <a:avLst/>
          </a:prstGeom>
          <a:noFill/>
        </p:spPr>
        <p:txBody>
          <a:bodyPr wrap="square">
            <a:spAutoFit/>
          </a:bodyPr>
          <a:lstStyle/>
          <a:p>
            <a:pPr algn="ctr"/>
            <a:r>
              <a:rPr sz="4800" b="1" i="0">
                <a:solidFill>
                  <a:srgbClr val="FFFFFF"/>
                </a:solidFill>
                <a:latin typeface="Arial"/>
              </a:rPr>
              <a:t>ただ主の    ためだけに</a:t>
            </a:r>
          </a:p>
        </p:txBody>
      </p:sp>
      <p:sp>
        <p:nvSpPr>
          <p:cNvPr id="5" name="TextBox 4"/>
          <p:cNvSpPr txBox="1"/>
          <p:nvPr/>
        </p:nvSpPr>
        <p:spPr>
          <a:xfrm>
            <a:off x="640080" y="3753612"/>
            <a:ext cx="10911535" cy="365760"/>
          </a:xfrm>
          <a:prstGeom prst="rect">
            <a:avLst/>
          </a:prstGeom>
          <a:noFill/>
        </p:spPr>
        <p:txBody>
          <a:bodyPr wrap="square">
            <a:spAutoFit/>
          </a:bodyPr>
          <a:lstStyle/>
          <a:p>
            <a:pPr algn="ctr"/>
            <a:r>
              <a:rPr sz="2400" b="0" i="1">
                <a:solidFill>
                  <a:srgbClr val="AAAAAA"/>
                </a:solidFill>
                <a:latin typeface="Arial"/>
              </a:rPr>
              <a:t>tada shu no tame dake ni</a:t>
            </a:r>
          </a:p>
        </p:txBody>
      </p:sp>
      <p:sp>
        <p:nvSpPr>
          <p:cNvPr id="6" name="TextBox 5"/>
          <p:cNvSpPr txBox="1"/>
          <p:nvPr/>
        </p:nvSpPr>
        <p:spPr>
          <a:xfrm>
            <a:off x="640080" y="4530852"/>
            <a:ext cx="10911535" cy="310896"/>
          </a:xfrm>
          <a:prstGeom prst="rect">
            <a:avLst/>
          </a:prstGeom>
          <a:noFill/>
        </p:spPr>
        <p:txBody>
          <a:bodyPr wrap="square">
            <a:spAutoFit/>
          </a:bodyPr>
          <a:lstStyle/>
          <a:p>
            <a:pPr algn="ctr"/>
            <a:r>
              <a:rPr sz="2000" b="0" i="1">
                <a:solidFill>
                  <a:srgbClr val="828282"/>
                </a:solidFill>
                <a:latin typeface="Arial"/>
              </a:rPr>
              <a:t>De Braços Bem Abertos</a:t>
            </a:r>
          </a:p>
        </p:txBody>
      </p:sp>
      <p:sp>
        <p:nvSpPr>
          <p:cNvPr id="7" name="TextBox 6"/>
          <p:cNvSpPr txBox="1"/>
          <p:nvPr/>
        </p:nvSpPr>
        <p:spPr>
          <a:xfrm>
            <a:off x="640080" y="4896612"/>
            <a:ext cx="10911535" cy="310896"/>
          </a:xfrm>
          <a:prstGeom prst="rect">
            <a:avLst/>
          </a:prstGeom>
          <a:noFill/>
        </p:spPr>
        <p:txBody>
          <a:bodyPr wrap="square">
            <a:spAutoFit/>
          </a:bodyPr>
          <a:lstStyle/>
          <a:p>
            <a:pPr algn="ctr"/>
            <a:r>
              <a:rPr sz="2000" b="0" i="1">
                <a:solidFill>
                  <a:srgbClr val="828282"/>
                </a:solidFill>
                <a:latin typeface="Arial"/>
              </a:rPr>
              <a:t>Tome a minha vida, Eu te entrego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3600" b="1" i="0">
                <a:solidFill>
                  <a:srgbClr val="FFFFFF"/>
                </a:solidFill>
                <a:latin typeface="Arial"/>
              </a:rPr>
              <a:t>Tudo que eu tenho, Eu entrego a ti oh Deus</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100" b="1" i="0">
                <a:solidFill>
                  <a:srgbClr val="FFFFFF"/>
                </a:solidFill>
                <a:latin typeface="Arial"/>
              </a:rPr>
              <a:t>Tome as minhas mãos e as torne limpas</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主の前 に立ち 手を広げ</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私の すべて  捧げる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800" b="1" i="0">
                <a:solidFill>
                  <a:srgbClr val="FFFFFF"/>
                </a:solidFill>
                <a:latin typeface="Arial"/>
              </a:rPr>
              <a:t>Mantenha meu coração em pureza</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2800" b="1" i="0">
                <a:solidFill>
                  <a:srgbClr val="FFFFFF"/>
                </a:solidFill>
                <a:latin typeface="Arial"/>
              </a:rPr>
              <a:t>Para que eu possa andar em tudo que você tem para mim</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私の心を清潔に保ってください</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あなたが私のために持っているすべてのことの中を歩むことができるように</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600" b="1" i="0">
                <a:solidFill>
                  <a:srgbClr val="FFFFFF"/>
                </a:solidFill>
                <a:latin typeface="Arial"/>
              </a:rPr>
              <a:t>Seja sempre só, para você oh Deus</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000" b="1" i="0">
                <a:solidFill>
                  <a:srgbClr val="FFFFFF"/>
                </a:solidFill>
                <a:latin typeface="Arial"/>
              </a:rPr>
              <a:t>Toda a minha vida é sua Eu te dou tudo</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いつもあなただけのために、神よ</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私の人生のすべてはあなたのものです、すべてをあなたに与えます</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800" b="1" i="0">
                <a:solidFill>
                  <a:srgbClr val="FFFFFF"/>
                </a:solidFill>
                <a:latin typeface="Arial"/>
              </a:rPr>
              <a:t>Oh, aqui estou de braços abertos</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600" b="1" i="0">
                <a:solidFill>
                  <a:srgbClr val="FFFFFF"/>
                </a:solidFill>
                <a:latin typeface="Arial"/>
              </a:rPr>
              <a:t>Oh, eu sou Teu e Tu és meu, Jesus</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ああ、ここに腕を開いて立っています</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ああ、私はあなたのもの、そしてあなたは私のもの、イエス</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800" b="1" i="0">
                <a:solidFill>
                  <a:srgbClr val="FFFFFF"/>
                </a:solidFill>
                <a:latin typeface="Arial"/>
              </a:rPr>
              <a:t>Tome meus momentos e meus dias</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3700" b="1" i="0">
                <a:solidFill>
                  <a:srgbClr val="FFFFFF"/>
                </a:solidFill>
                <a:latin typeface="Arial"/>
              </a:rPr>
              <a:t>Vamos permitir que este ar que eu respiro</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私の瞬間と私の日々を取ってください</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私が吸うこの空気を許しましょう</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800" b="1" i="0">
                <a:solidFill>
                  <a:srgbClr val="FFFFFF"/>
                </a:solidFill>
                <a:latin typeface="Arial"/>
              </a:rPr>
              <a:t>Rendido ao Teu nome</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800" b="1" i="0">
                <a:solidFill>
                  <a:srgbClr val="FFFFFF"/>
                </a:solidFill>
                <a:latin typeface="Arial"/>
              </a:rPr>
              <a:t>E pra sempre orarei</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あなたの御名に降伏して</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そして永遠に祈ります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3800" b="1" i="0">
                <a:solidFill>
                  <a:srgbClr val="FFFFFF"/>
                </a:solidFill>
                <a:latin typeface="Arial"/>
              </a:rPr>
              <a:t>Tenha o seu caminho, tenha o seu caminho</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800" b="1" i="0">
                <a:solidFill>
                  <a:srgbClr val="FFFFFF"/>
                </a:solidFill>
                <a:latin typeface="Arial"/>
              </a:rPr>
              <a:t>Rendido ao Teu nome</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あなたの道を進んでください、あなたの道を進んでください</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あなたの御名に降伏して</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3600" b="1" i="0">
                <a:solidFill>
                  <a:srgbClr val="FFFFFF"/>
                </a:solidFill>
                <a:latin typeface="Arial"/>
              </a:rPr>
              <a:t>Tudo que eu tenho, Eu entrego a ti oh Deus</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100" b="1" i="0">
                <a:solidFill>
                  <a:srgbClr val="FFFFFF"/>
                </a:solidFill>
                <a:latin typeface="Arial"/>
              </a:rPr>
              <a:t>Tome as minhas mãos e as torne limpas</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主の前 に立ち 手を広げ</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私の すべて  捧げる</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800" b="1" i="0">
                <a:solidFill>
                  <a:srgbClr val="FFFFFF"/>
                </a:solidFill>
                <a:latin typeface="Arial"/>
              </a:rPr>
              <a:t>Mantenha meu coração em pureza</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2800" b="1" i="0">
                <a:solidFill>
                  <a:srgbClr val="FFFFFF"/>
                </a:solidFill>
                <a:latin typeface="Arial"/>
              </a:rPr>
              <a:t>Para que eu possa andar em tudo que você tem para mim</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私の心を清潔に保ってください</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あなたが私のために持っているすべてのことの中を歩むことができるように</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600" b="1" i="0">
                <a:solidFill>
                  <a:srgbClr val="FFFFFF"/>
                </a:solidFill>
                <a:latin typeface="Arial"/>
              </a:rPr>
              <a:t>Seja sempre só, para você oh Deus</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000" b="1" i="0">
                <a:solidFill>
                  <a:srgbClr val="FFFFFF"/>
                </a:solidFill>
                <a:latin typeface="Arial"/>
              </a:rPr>
              <a:t>Toda a minha vida é sua Eu te dou tudo</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いつもあなただけのために、神よ</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私の人生のすべてはあなたのものです、すべてをあなたに与えます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800" b="1" i="0">
                <a:solidFill>
                  <a:srgbClr val="FFFFFF"/>
                </a:solidFill>
                <a:latin typeface="Arial"/>
              </a:rPr>
              <a:t>Oh, aqui estou de braços abertos</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600" b="1" i="0">
                <a:solidFill>
                  <a:srgbClr val="FFFFFF"/>
                </a:solidFill>
                <a:latin typeface="Arial"/>
              </a:rPr>
              <a:t>Oh, eu sou Teu e Tu és meu, Jesus</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ああ、ここに腕を開いて立っています</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ああ、私はあなたのもの、そしてあなたは私のもの、イエス</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800" b="1" i="0">
                <a:solidFill>
                  <a:srgbClr val="FFFFFF"/>
                </a:solidFill>
                <a:latin typeface="Arial"/>
              </a:rPr>
              <a:t>Tome meus momentos e meus dias</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3700" b="1" i="0">
                <a:solidFill>
                  <a:srgbClr val="FFFFFF"/>
                </a:solidFill>
                <a:latin typeface="Arial"/>
              </a:rPr>
              <a:t>Vamos permitir que este ar que eu respiro</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私の瞬間と私の日々を取ってください</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私が吸うこの空気を許しましょう</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4800" b="1" i="0">
                <a:solidFill>
                  <a:srgbClr val="FFFFFF"/>
                </a:solidFill>
                <a:latin typeface="Arial"/>
              </a:rPr>
              <a:t>Rendido ao Teu nome</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800" b="1" i="0">
                <a:solidFill>
                  <a:srgbClr val="FFFFFF"/>
                </a:solidFill>
                <a:latin typeface="Arial"/>
              </a:rPr>
              <a:t>E pra sempre orarei</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あなたの御名に降伏して</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そして永遠に祈ります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52828"/>
            <a:ext cx="10911535" cy="731520"/>
          </a:xfrm>
          <a:prstGeom prst="rect">
            <a:avLst/>
          </a:prstGeom>
          <a:noFill/>
        </p:spPr>
        <p:txBody>
          <a:bodyPr wrap="square">
            <a:spAutoFit/>
          </a:bodyPr>
          <a:lstStyle/>
          <a:p>
            <a:pPr algn="ctr"/>
            <a:r>
              <a:rPr sz="3800" b="1" i="0">
                <a:solidFill>
                  <a:srgbClr val="FFFFFF"/>
                </a:solidFill>
                <a:latin typeface="Arial"/>
              </a:rPr>
              <a:t>Tenha o seu caminho, tenha o seu caminho</a:t>
            </a:r>
          </a:p>
        </p:txBody>
      </p:sp>
      <p:sp>
        <p:nvSpPr>
          <p:cNvPr id="3" name="TextBox 2"/>
          <p:cNvSpPr txBox="1"/>
          <p:nvPr/>
        </p:nvSpPr>
        <p:spPr>
          <a:xfrm>
            <a:off x="640080" y="2985516"/>
            <a:ext cx="10911535" cy="731520"/>
          </a:xfrm>
          <a:prstGeom prst="rect">
            <a:avLst/>
          </a:prstGeom>
          <a:noFill/>
        </p:spPr>
        <p:txBody>
          <a:bodyPr wrap="square">
            <a:spAutoFit/>
          </a:bodyPr>
          <a:lstStyle/>
          <a:p>
            <a:pPr algn="ctr"/>
            <a:r>
              <a:rPr sz="4800" b="1" i="0">
                <a:solidFill>
                  <a:srgbClr val="FFFFFF"/>
                </a:solidFill>
                <a:latin typeface="Arial"/>
              </a:rPr>
              <a:t>Rendido ao Teu nome</a:t>
            </a:r>
          </a:p>
        </p:txBody>
      </p:sp>
      <p:sp>
        <p:nvSpPr>
          <p:cNvPr id="4" name="TextBox 3"/>
          <p:cNvSpPr txBox="1"/>
          <p:nvPr/>
        </p:nvSpPr>
        <p:spPr>
          <a:xfrm>
            <a:off x="640080" y="4128516"/>
            <a:ext cx="10911535" cy="310896"/>
          </a:xfrm>
          <a:prstGeom prst="rect">
            <a:avLst/>
          </a:prstGeom>
          <a:noFill/>
        </p:spPr>
        <p:txBody>
          <a:bodyPr wrap="square">
            <a:spAutoFit/>
          </a:bodyPr>
          <a:lstStyle/>
          <a:p>
            <a:pPr algn="ctr"/>
            <a:r>
              <a:rPr sz="2000" b="0" i="0">
                <a:solidFill>
                  <a:srgbClr val="828282"/>
                </a:solidFill>
                <a:latin typeface="Arial"/>
              </a:rPr>
              <a:t>あなたの道を進んでください、あなたの道を進んでください</a:t>
            </a:r>
          </a:p>
        </p:txBody>
      </p:sp>
      <p:sp>
        <p:nvSpPr>
          <p:cNvPr id="5" name="TextBox 4"/>
          <p:cNvSpPr txBox="1"/>
          <p:nvPr/>
        </p:nvSpPr>
        <p:spPr>
          <a:xfrm>
            <a:off x="640080" y="4494276"/>
            <a:ext cx="10911535" cy="310896"/>
          </a:xfrm>
          <a:prstGeom prst="rect">
            <a:avLst/>
          </a:prstGeom>
          <a:noFill/>
        </p:spPr>
        <p:txBody>
          <a:bodyPr wrap="square">
            <a:spAutoFit/>
          </a:bodyPr>
          <a:lstStyle/>
          <a:p>
            <a:pPr algn="ctr"/>
            <a:r>
              <a:rPr sz="2000" b="0" i="0">
                <a:solidFill>
                  <a:srgbClr val="828282"/>
                </a:solidFill>
                <a:latin typeface="Arial"/>
              </a:rPr>
              <a:t>あなたの御名に降伏して</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