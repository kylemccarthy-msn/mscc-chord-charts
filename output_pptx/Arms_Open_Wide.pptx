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Braços Bem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Tome a minha vida, Eu te entrego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cruz, onde eu me encontro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この手と心             きよめ 守って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te to kokoro   kiyome mamotte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主の想い    歩ませて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omoi ayumasete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Braços Bem Abertos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Tome a minha vida, Eu te entrego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no mae ni tachi te wo hiroge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 すべて  捧げる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no subete sasageru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Tome as minhas mãos e as torne limpas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時間と 日々も     この息 さえも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jikann to hibi mo   kono iki saemo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ただ主の    ためだけに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tada shu no tame dake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Braços Bem Abertos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Tome a minha vida, Eu te entrego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Tome as minhas mãos e as torne limpas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 すべて  捧げる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Mantenha meu coração em pureza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Para que eu possa andar em tudo que você tem para mim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Seja sempre só, para você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Toda a minha vida é sua Eu te dou tudo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aqui estou de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Oh, eu sou Teu e Tu és meu, Jesus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Tome meus momentos e meus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Vamos permitir que este ar que eu respiro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pra sempre orarei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Tenha o seu caminho, tenha o seu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Arial"/>
              </a:rPr>
              <a:t>Tudo que eu tenho, Eu entrego a ti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Tome as minhas mãos e as torne limpas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主の前 に立ち 手を広げ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 すべて  捧げる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Mantenha meu coração em pureza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Para que eu possa andar em tudo que você tem para mim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Seja sempre só, para você oh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Toda a minha vida é sua Eu te dou tudo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aqui estou de braços abertos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Oh, eu sou Teu e Tu és meu, Jesus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Tome meus momentos e meus dias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Vamos permitir que este ar que eu respiro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pra sempre orarei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Tenha o seu caminho, tenha o seu caminho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Rendido ao Teu nome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