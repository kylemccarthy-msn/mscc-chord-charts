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この世にひとり子      与えた神の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yo ni hitorigo         ataeta kami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愛の大きさは    測り知れない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ai no ookisa wa       hakari shirenai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十字架のイェスが  苦しまれるのを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jyuujika no iesu ga kurushimareru no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耐えられなみだを   流された神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taerare namida wo       nagasareta kami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見よ主の十字架を  私の罪を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90" b="0" i="1">
                <a:solidFill>
                  <a:srgbClr val="B4B4B4"/>
                </a:solidFill>
                <a:latin typeface="Arial"/>
              </a:rPr>
              <a:t>miyo shu no jyuujika wo  watashi no tsumi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背負いさげすまれ  孤独な姿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seoui sagesumare kodokuna sugata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23" b="1" i="0">
                <a:solidFill>
                  <a:srgbClr val="FFFFFF"/>
                </a:solidFill>
                <a:latin typeface="Arial"/>
              </a:rPr>
              <a:t>十字架の苦しみ           受け入れられた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jyuujika no kurushimi  ukeirerareta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私にいのちを  与えるために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ni inochi wo ataeru tame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Quão Profundo é o Amor do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Quão profundo é o amor do Pai por nós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Quão imenso, além de toda medida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Que Ele desse o Seu único Filho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Para fazer de um miserável Seu tesouro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Quão grande é a dor lancinante do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Ao virar o Seu rosto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Enquanto as feridas que desfiguram o Escolhido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誇れるものなど  この世にはなし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hokoreru mono nado kono yo ni wa nashi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ただ主の十字架と  よみがえりだけ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tada shu no jyuujika to   yomigaeri dake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どうして私が  救われたのか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doushite watashi ga  sukuwareta no 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心を尽くして  感謝ささげる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wo tsukushite  kansha sasageru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