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この世にひとり子      与えた神の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kono yo ni hitorigo         ataeta kami no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愛の大きさは    測り知れない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ai no ookisa wa       hakari shirenai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Profundo é o Amor do Pai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profundo é o amor do Pai por nós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十字架のイェスが  苦しまれるのを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jyuujika no iesu ga kurushimareru no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耐えられなみだを   流された神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taerare namida wo       nagasareta kami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imenso, além de toda medida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Ele desse o Seu único Filho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見よ主の十字架を  私の罪を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miyo shu no jyuujika wo  watashi no tsumi wo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背負いさげすまれ  孤独な姿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seoui sagesumare kodokuna sugata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Profundo é o Amor do Pai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profundo é o amor do Pai por nós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600" b="1" i="0">
                <a:solidFill>
                  <a:srgbClr val="FFFFFF"/>
                </a:solidFill>
                <a:latin typeface="Arial"/>
              </a:rPr>
              <a:t>十字架の苦しみ           受け入れられた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jyuujika no kurushimi  ukeirerareta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私にいのちを  与えるために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watashi ni inochi wo ataeru tame ni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imenso, além de toda medida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Ele desse o Seu único Filho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Quão Profundo é o Amor do Pai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Quão profundo é o amor do Pai por nós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父の愛がいかに深いか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私たちへの父の愛がいかに深いか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Quão imenso, além de toda medida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Que Ele desse o Seu único Filho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いかに広大で、あらゆる測度を超えて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彼が唯一のお子さんをお与えになった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000" b="1" i="0">
                <a:solidFill>
                  <a:srgbClr val="FFFFFF"/>
                </a:solidFill>
                <a:latin typeface="Arial"/>
              </a:rPr>
              <a:t>Para fazer de um miserável Seu tesouro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100" b="1" i="0">
                <a:solidFill>
                  <a:srgbClr val="FFFFFF"/>
                </a:solidFill>
                <a:latin typeface="Arial"/>
              </a:rPr>
              <a:t>Quão grande é a dor lancinante do Pai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みじめな者を彼の宝とするために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父の痛烈な苦しみがいかに大きいか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2052828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Ao virar o Seu rosto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300" b="1" i="0">
                <a:solidFill>
                  <a:srgbClr val="FFFFFF"/>
                </a:solidFill>
                <a:latin typeface="Arial"/>
              </a:rPr>
              <a:t>Enquanto as feridas que desfiguram o Escolhido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412851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彼が顔をお背けになった時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4494276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828282"/>
                </a:solidFill>
                <a:latin typeface="Arial"/>
              </a:rPr>
              <a:t>選ばれた者を傷つける傷が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誇れるものなど  この世にはなし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hokoreru mono nado kono yo ni wa nashi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ただ主の十字架と  よみがえりだけ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tada shu no jyuujika to   yomigaeri dake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Profundo é o Amor do Pai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profundo é o amor do Pai por nós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1650492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どうして私が  救われたのか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40080" y="2418588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doushite watashi ga  sukuwareta no ka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40080" y="2985516"/>
            <a:ext cx="10911535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4800" b="1" i="0">
                <a:solidFill>
                  <a:srgbClr val="FFFFFF"/>
                </a:solidFill>
                <a:latin typeface="Arial"/>
              </a:rPr>
              <a:t>心を尽くして  感謝ささげる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3753612"/>
            <a:ext cx="10911535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AAAAAA"/>
                </a:solidFill>
                <a:latin typeface="Arial"/>
              </a:rPr>
              <a:t>kokoro wo tsukushite  kansha sasageru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53085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Quão imenso, além de toda medida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4896612"/>
            <a:ext cx="10911535" cy="31089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1">
                <a:solidFill>
                  <a:srgbClr val="828282"/>
                </a:solidFill>
                <a:latin typeface="Arial"/>
              </a:rPr>
              <a:t>Que Ele desse o Seu único Filho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