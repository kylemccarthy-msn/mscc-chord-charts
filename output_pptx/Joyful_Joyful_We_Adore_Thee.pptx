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coração transborda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louvor a Ti, Senhor.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よろこび　たたえよ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えいこうの主を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Allegria, alegria nós o adoramos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da glória, Senhor do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こころをひらいて　御名をたたえる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みまえにつみも,や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Os corações se abrem como flores perante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 saudamos acima do sol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よろこび　たたえよ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yorokobi 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えいこうの主を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no shu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Nosso coração transborda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louvor a Ti, Senhor.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こころをひらいて　御名をたたえる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wo hiraite mina wo tataeru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みまえにつみも,や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mimaenitsumimo , 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Allegria, alegria nós o adoramos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da glória, Senhor do amor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みさえも消えて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　sae　mo kiete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とわのよろこびと　ひかりに満ちる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towano yorokobito hikarini michiru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Os corações se abrem como flores perante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 saudamos acima do sol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coração transborda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louvor a Ti, Senhor.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よろこび　たたえよ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えいこうの主を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Allegria, alegria nós o adoramos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da glória, Senhor do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こころをひらいて　御名をたたえる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みまえにつみも,や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Os corações se abrem como flores perante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 saudamos acima do sol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Os corações se abrem como flores perante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 saudamos acima do sol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