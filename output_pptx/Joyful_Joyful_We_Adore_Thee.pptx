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Nosso coração transborda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Em louvor a Ti, Senhor.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Allegria, alegria nós o adoramos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Deus da glória, Senhor do amor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74" b="1" i="0">
                <a:solidFill>
                  <a:srgbClr val="FFFFFF"/>
                </a:solidFill>
                <a:latin typeface="Arial"/>
              </a:rPr>
              <a:t>Os corações se abrem como flores perante 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Te saudamos acima do sol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よろこび　たたえよ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yorokobi tataeyo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えいこうの主を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eikou no shu 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こころをひらいて　御名をたたえる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kokoro wo hiraite mina wo tataeru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みまえにつみも,や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mimaenitsumimo , 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みさえも消えて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　sae　mo kiete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とわのよろこびと　ひかりに満ちる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towano yorokobito hikarini michiru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74" b="1" i="0">
                <a:solidFill>
                  <a:srgbClr val="FFFFFF"/>
                </a:solidFill>
                <a:latin typeface="Arial"/>
              </a:rPr>
              <a:t>Os corações se abrem como flores perante 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Te saudamos acima do sol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74" b="1" i="0">
                <a:solidFill>
                  <a:srgbClr val="FFFFFF"/>
                </a:solidFill>
                <a:latin typeface="Arial"/>
              </a:rPr>
              <a:t>Os corações se abrem como flores perante 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Te saudamos acima do sol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