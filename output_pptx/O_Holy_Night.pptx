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Estava o mundo pecador errante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Até que o Cristo na terra apareceu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さやかに  星は  きらめき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御子イェス  生まれ給う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As almas vivem nova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Em clara aurora, a nova luz se ergueu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長くも    闇路を   たど - 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メシヤを  待てる  た-み-に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Ajoelhai, ouvi a voz dos anjos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vosso 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新しき    朝は  来たり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さかえ ある 日は 昇る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Ajoelhai, ouvi a voz dos anjos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ひざまずきなさい、天使たちの声を聞きなさい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Natal, Natal Nasceu o Rei dos reis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王の王が生まれた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さやかに  星は  きらめき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sayaka ni hoshi wa kirameki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御子イェス  生まれ給う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miko iesu umare tamou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Estava o mundo pecador errante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Até que o Cristo na terra apareceu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長くも    闇路を   たど - 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nagakumo yamiji wo tadori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メシヤを  待てる  た-み-に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meshiya wo materu tami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As almas vivem nova esperança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clara aurora, a nova luz se ergueu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新しき    朝は  来たり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atarashiki asa wa kitari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さかえ ある 日は 昇る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sakae aru hi wa noboru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Ajoelhai, ouvi a voz dos anjos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Natal, Natal Nasceu o vosso Rei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Ajoelhai, ouvi a voz dos anjos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ひざまずきなさい、天使たちの声を聞きなさい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Natal, Natal Nasceu o Rei dos reis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王の王が生まれた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Natal, Natal Nasceu o Redentor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クリスマス、クリスマス 救い主が生まれた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