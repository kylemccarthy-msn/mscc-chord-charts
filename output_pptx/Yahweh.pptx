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Achegamos diante de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Atraídos por quem Tu 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Onde nós estamos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É solo santo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Yahweh, Yahweh o grande eu sou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Yahweh, Yahweh o grande eu sou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目をあげて Yahweh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希望くれる Yahweh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神 こそ希望　　計り知れない愛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kami koso kibou    hakari shirenai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天の神高く　  　たたえる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ten no kami takaku      tataeru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Achegamos diante de Deus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Atraídos por quem Tu 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目をあげて Yahweh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me wo agete Yahweh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希望くれる Yahweh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Kibou kureru Yahweh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Yahweh, Yahweh o grande eu sou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Yahweh, Yahweh o grande eu sou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Yahweh, Yahweh o grande eu sou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Yahweh, Yahweh o grande eu sou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目をあげて Yahweh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希望くれる Yahweh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