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たにがわの流れをしたう鹿のように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tanigawa no nagare wo shitau shika no you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主よわがたましい あなたをしたう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yo waga tamashii anata wo shitau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Como o Cervo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52" b="1" i="0">
                <a:solidFill>
                  <a:srgbClr val="FFFFFF"/>
                </a:solidFill>
                <a:latin typeface="Arial"/>
              </a:rPr>
              <a:t>Como o cervo anseia pelas fontes das águas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Assim minha alma anseia por Ti, meu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Somente Tu és o desejo do meu coração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Tu somente és minha força e meu escudo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Por Ti somente meu espírito se rende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Somente Tu és o desejo do meu coração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たにがわの流れをしたう鹿のように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tanigawa no nagare wo shitau shika no you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主よわがたましい あなたを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yo waga tamashii anata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したう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shitau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あなたこそわがたて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koso waga 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あなたこそわがちから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koso waga chikara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あなたこそわがのぞみ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koso waga nozomi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われは主をあおぐ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ware ha shu wo aogu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Tu somente és minha força e meu escudo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Por Ti somente meu espírito se rende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Somente Tu és o desejo do meu coração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eu anseio por Te adorar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