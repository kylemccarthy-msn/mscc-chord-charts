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かたりつたえよ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katari tsutae-yo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やまもこえ たにこえ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yama mo koeta ni koe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つたえひろめよ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tsutae hirome-yo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しゅはこられた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korareta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Proclame na montanha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monte ou onde estiver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Proclaime na montanha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Cristo já nasceu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むれをみまもる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mure wo mimamoru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ひつじかいに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hitsuji kai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Proclame na montanha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 monte ou onde estiver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てんからそそぐ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kara sosogu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まばゆいひかり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mabayui hikari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Proclaime na montanha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Cristo já nasceu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かたりつたえよ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katari tsutae-yo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やまもこえ たにこえ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yama mo koeta ni koe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つたえひろめよ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tsutae hirome-yo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しゅはこられた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korareta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かたりつたえよ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katari tsutae-yo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やまもこえ たにこえ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yama mo koeta ni koe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つたえひろめよ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tsutae hirome-yo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しゅはこられた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korareta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