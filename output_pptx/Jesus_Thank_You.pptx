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20" b="1" i="0">
                <a:solidFill>
                  <a:srgbClr val="FFFFFF"/>
                </a:solidFill>
                <a:latin typeface="Arial"/>
              </a:rPr>
              <a:t>A cruz e seu mistério não posso entender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 Calvário agonizou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O Deus santo e justo ao Filho esmagou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E o fez por mim do amargo fel beber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カルバリの苦悶 十字架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Karubari no kumon jyuujika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理解超える奥義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rikai koeru okugi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私が受けるべき杯を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watashi ga ukerubeki tsuki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御子が受け砕かれた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miko ga uke kudakareta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Jesus, teu sangue me lavou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 Deus a ira toda aplacou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Inimigo fui — agora estou à mesa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罪 洗い流した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tsumi arai nagashita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イエスの血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iesu no 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御父のいかりなだめた 十字架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michichi no ikari nadameta jyuujika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かつての敵は 食卓を共に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katsute no teki wa shokutaku wo tomoni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イエス ありがとう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iesu arigatou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Foi teu sacrifício que me aproximou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Agora teu amigo sou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Tua gloriosa graça derramaste a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20" b="1" i="0">
                <a:solidFill>
                  <a:srgbClr val="FFFFFF"/>
                </a:solidFill>
                <a:latin typeface="Arial"/>
              </a:rPr>
              <a:t>Mercê e bondade, ó Deus, que não têm fim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完全な供え物となり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kanzen na sonaemono to nari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敵を友と呼んだ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teki wo tomo to yonda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尽きることない あわれみにより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tsukirukoto nai awaremi ni yori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主の恵み そそがれた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no megumi sosogareta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 minh'alma o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Quero viver pra 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