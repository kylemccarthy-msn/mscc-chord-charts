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主イエスは これ以上ない 天が与えた恵み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wa kore ijou nai  ten ga ataeta megumi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かけがえのない喜び 愛と深い安らぎ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kakegae no nai yorokobi  ai to fukai yasuragi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isso eu me agarro, minha esperança é somente Jesus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Pois a minha vida está totalmente ligada à Sua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希望はただイエスだけ主とひとつにされて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kibou wa tada iesu dake shu to hitotsu ni sarete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満たされた心は歌う キリストにあって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mitasareta kokoro wa utau kirisuto ni atte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Óh que estranho e divino, eu posso cantar: Tudo é meu!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eu, mas Cristo em mim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00" b="1" i="0">
                <a:solidFill>
                  <a:srgbClr val="FFFFFF"/>
                </a:solidFill>
                <a:latin typeface="Arial"/>
              </a:rPr>
              <a:t>A isso eu me agarro, minha esperança é somente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Pois a minha vida está totalmente ligada à Sua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私はこれにしがみつく、私の希望はただイエスのみ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なぜなら私の人生は完全に彼のものと結ばれているから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Óh que estranho e divino, eu posso cantar: Tudo é meu!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eu, mas Cristo em mim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なんと奇妙で神聖な、私は歌うことができる：すべては私のもの！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私ではなく、私の中のキリスト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A noite é escura, mas eu não sou abandonado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Pois ao meu lado o Salvador permanecerá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夜は暗いが、私は見捨てられていない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なぜなら私の側に救い主は留まるから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Eu trabalho em fraqueza e alegria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00" b="1" i="0">
                <a:solidFill>
                  <a:srgbClr val="FFFFFF"/>
                </a:solidFill>
                <a:latin typeface="Arial"/>
              </a:rPr>
              <a:t>Pois na minha necessidade o poder Dele é mostrado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私は弱さと喜びの中で働く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なぜなら私の必要の中で彼の力が示されるから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eu, mas Cristo em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私ではなく、私の中のキリスト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もう何も恐れはない すべての罪赦され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mou nani mo osore wa nai  subete no tsumi yurusare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代わりに苦しんだ主は よみがえり死を砕く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kawari ni kurushinda shu wa  yomigaeri shi wo kudaku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isso eu me agarro, minha esperança é somente Jesus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Pois a minha vida está totalmente ligada à Sua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もう罪に力はない イエスだけが救い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mou tsumi ni chikara wa nai  iesu dake ga sukui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鎖解かれ自由になる キリストにあって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kusari tokare jiyuu ni naru kirisuto ni atte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Óh que estranho e divino, eu posso cantar: Tudo é meu!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eu, mas Cristo em mim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