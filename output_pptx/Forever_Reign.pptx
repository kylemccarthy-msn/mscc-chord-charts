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não há nada de bom em mim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exposição para todos verem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as trevas se aproximam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Tu és a esperança, Tu és a esperança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平和くれる      恐れのときも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heiwa kureru   osore no toki 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真実見せる         疑うときも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shinjitsu miseru  utagau toki 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Sempre Reina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não há nada de bom em mim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僕ら歌う        あなた喜び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bokura utau   anata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死さえ失せる   あなたが命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shisae useru   anata ga inochi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exposição para todos verem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Quando as trevas se aproximam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aah    anata no ude   hashiite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ni michita  eien no 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estou correndo para os Teus braços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他にはないぬくもり  光が照らすよ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hokani wa nai nukumori  hikari ga terasuyo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Cobriste todo o meu pecado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o meu medo me paralisa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Mesmo na minha vida errante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razão pela qual eu canto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vida, Tu és a vida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Oh, estou correndo para os Teus braços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愛にみちた    永遠の手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他にはないぬくもり  光が照らすよ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あぁ    あなたの腕  走ってゆこう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他にはないぬくもり  光が照らす   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Que as minhas palavras jamais dirão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Senhor, Tu és Senhor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a criação proclamará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aqui, Tu estás aqui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Tua presença sou curado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Deus, Tu és Deus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mais, Tu és mais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あぁ    あなたの腕  走ってゆこう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aah    anata no ude   hashiite yukou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愛にみちた    永遠の手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ai ni michita  eien no 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Ti, a morte perdeu seu aguilhão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estou correndo para os Teus braços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他にはないぬくもり  光が照らす   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hokani wa nai nukumori   hikari ga terasuyo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luz do mundo sempre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Estou correndo para os Teus braços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riqueza do Teu amor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Sempre será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Nada se compara ao Teu abraço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Que as minhas palavras jamais dirão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Senhor, Tu és Senhor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Toda a criação proclamará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aqui, Tu estás aqui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Tua presença sou curado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Deus, Tu és Deus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