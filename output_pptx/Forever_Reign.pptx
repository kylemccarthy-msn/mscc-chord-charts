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Sempre Reina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Quando não há nada de bom em mim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いつも支配する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私の中に良いものが何もないとき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exposição para todos verem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Quando as trevas se aproximam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みんなに見られるために露わにされて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暗闇が近づくとき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Tu és a esperança, Tu és a esperança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あなたは希望です、あなたは希望です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平和くれる      恐れのときも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heiwa kureru   osore no toki 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真実見せる         疑うときも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shinjitsu miseru  utagau toki 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Sempre Reina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Quando não há nada de bom em mim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僕ら歌う        あなた喜び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bokura utau   anata yorokobi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死さえ失せる   あなたが命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shisae useru   anata ga inochi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exposição para todos verem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Quando as trevas se aproximam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あぁ    あなたの腕  走ってゆこう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aah    anata no ude   hashiite yukou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愛にみちた    永遠の手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ai ni michita  eien no 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Ti, a morte perdeu seu aguilhão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Oh, estou correndo para os Teus braços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他にはないぬくもり  光が照らすよ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hokani wa nai nukumori  hikari ga terasuyo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Estou correndo para os Teus braços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Cobriste todo o meu pecado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Quando o meu medo me paralisa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あなたは私のすべての罪を覆われた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私の恐れが私を麻痺させるとき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Mesmo na minha vida errante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és a razão pela qual eu canto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私の人生がさまよっているときさえも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あなたは私が歌う理由です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és a vida, Tu és a vida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あなたは命です、あなたは命です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Em Ti, a morte perdeu seu aguilhão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Oh, estou correndo para os Teus braços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あぁ    あなたの腕  走ってゆこう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愛にみちた    永遠の手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Estou correndo para os Teus braços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riqueza do Teu amor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他にはないぬくもり  光が照らすよ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あぁ    あなたの腕  走ってゆこう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Sempre será suficiente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Nada se compara ao Teu abraço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愛にみちた    永遠の手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他にはないぬくもり  光が照らす   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luz do mundo sempre reina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Estou correndo para os Teus braços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世の光はいつも支配する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あなたの腕へ走っています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Estou correndo para os Teus braços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riqueza do Teu amor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あなたの腕へ走っています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あなたの愛の豊かさ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Sempre será suficiente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Nada se compara ao Teu abraço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いつも十分です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あなたの抱擁に比べるものはない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Que as minhas palavras jamais dirão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és Senhor, Tu és Senhor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私の言葉は決して言うことができない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あなたは主です、あなたは主です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Toda a criação proclamará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estás aqui, Tu estás aqui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すべての創造物が宣言する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あなたはここにいます、あなたはここにいます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Tua presença sou curado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és Deus, Tu és Deus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あなたの臨在の中で私は癒される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あなたは神です、あなたは神です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luz do mundo sempre reina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és mais, Tu és 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世の光はいつも支配する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あなたはもっと大きいです、あなたはもっと大きいです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あぁ    あなたの腕  走ってゆこう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aah    anata no ude   hashiite yukou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愛にみちた    永遠の手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ai ni michita  eien no 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Ti, a morte perdeu seu aguilhão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Oh, estou correndo para os Teus braços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他にはないぬくもり  光が照らす   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hokani wa nai nukumori   hikari ga terasuyo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Estou correndo para os Teus braços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luz do mundo sempre reina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Estou correndo para os Teus braços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世の光はいつも支配する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あなたの腕へ走っています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Estou correndo para os Teus braços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riqueza do Teu amor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あなたの腕へ走っています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あなたの愛の豊かさ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Sempre será suficiente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Nada se compara ao Teu abraço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いつも十分です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あなたの抱擁に比べるものはない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Que as minhas palavras jamais dirão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és Senhor, Tu és Senhor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私の言葉は決して言うことができない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あなたは主です、あなたは主です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Toda a criação proclamará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estás aqui, Tu estás aqui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すべての創造物が宣言する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あなたはここにいます、あなたはここにいます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Tua presença sou curado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és Deus, Tu és Deus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あなたの臨在の中で私は癒される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あなたは神です、あなたは神です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