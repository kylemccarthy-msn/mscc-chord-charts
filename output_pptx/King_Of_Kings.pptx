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希望と光     なき我らに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kiboutohikari nakiwarerani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天から駆け寄る      神のあわれみ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tenkarakakeyoru kaminoawaremi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humanidade a esperar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que dos céus vieste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預言と律法       成し遂げるため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yogentorippou nashitogerutame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王座を捨てられ      世の光へと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ouzawosuterare yonohikariheto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Com perdão em Teu olhar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Pra cumprir a profecia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humanidade a esperar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Até que dos céus vieste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希望と光     なき我らに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天から駆け寄る      神のあわれみ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perdão em Teu olhar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Pra cumprir a profecia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預言と律法       成し遂げるため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王座を捨てられ      世の光へと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Uma virgem concebeu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Filho de Deus, o Salvador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処女が身ごもった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神の子、救い主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nasceu, nasceu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イエスが生まれた、生まれた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王の王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アレルヤ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あなたの計画を明かすために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神はご自分の子を遣わした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あなたの計画を明かすために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神はご自分の子を遣わした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あなたの計画を明かすために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神はご自分の子を遣わした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revelar os Teus planos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enviou o Seu Filho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あなたの計画を明かすために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神はご自分の子を遣わした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神の国 示し        贖うために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kamino kuni shimeshi aganau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あなたは十字架     否まなかった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wajuujika inama na katta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manifestar o reino de Deus e redimir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Você não rejeitou a cruz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苦しみの中で       未来を見据え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kurushiminonakade mirai wo misue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我ら救うため    イエスは死なれた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warerasukuu tame iesu wa shinareta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meio ao sofrimento, olhando para 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morreu para nos salvar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miko mitama hitotsuno kamiwo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永遠(とわ)に讃える 栄光の王の王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towanitataeru   eikou no ou no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dos senhores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よみがえりの朝       石は取られて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yomigaerino asa   ishi wa torarete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子羊は死を         打ち破られた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kohituji wa shiwo uchi yaburareta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manhã da ressurreição, a pedra foi removida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Cordeiro quebrantou a morte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眠りし魂           解き 放たれて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nemurishi tamashii toki hanatarete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父のもと帰り      安らぎを得る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chichino moto kaeri yasuragi wo 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alma adormecida foi libertada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Retorna ao Pai e encontra paz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教会生まれ      御霊が燃やす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kyoukai umare mitama ga moyasu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今も福音        強く 輝く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mo hukuin  tsuyoku kagayaku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Igreja nasceu, o Espírito queima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Hoje o evangelho brilha forte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イエスの血のゆえ       自由とされた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 no yue jiyuu to sareta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キリストの愛     いのち与えた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no ai inochi ataeta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Pela morte de Jesus, fomos libertos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amor de Cristo nos deu vida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chichi miko mitama hitotsuno kamiwo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永遠(とわ)に讃える 栄光の王の王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towanitataeru   eikou no ou no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Senhor dos senhores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Rei dos reis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 dos senhores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父 御子 御霊      ひとつの神を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永遠(とわ)に讃える 栄光の王の王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アレルヤ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