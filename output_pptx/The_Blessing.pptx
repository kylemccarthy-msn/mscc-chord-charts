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あなたに　神が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ni kami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祝福与え　守るように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shukufuku atae mamoru youni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Até mil gerações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Tua família e teus filhos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あなたに　御顔　照らすように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ni mikao terasuyouni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os filhos de teus filhos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あなたに　神が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ni kami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平安恵み　与えるように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heian megumi ataeru youni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Até mil gerações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Tua família e teus filhos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あなたに　御顔　向けるように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ni mikao ukeruyouni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os filhos de teus filhos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o Senhor te abençoe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faça brilhar Seu rosto em 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conceda Sua graça, e te dê paz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a bênção se derrame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de noite e de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entrada e saída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teu riso, em teu choro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contigo, é por ti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Até mil gerações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família e teus filhos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os filhos de teus filhos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presença te acompanhe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detrás, por diante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o Senhor te abençoe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faça brilhar Seu rosto em ti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conceda Sua graça, e te dê paz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a bênção se derrame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de noite e de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entrada e saída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teu riso, em teu choro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contigo, é por ti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家族と子供と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kazoku to kodomo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彼らの子供に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karera no kodomo ni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世代にわたって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sedai ni watatte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祝福あるように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shukufuku aruyouni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臨在に包まれ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rinzai ni tsutsumare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主の霊に満たされ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rei ni mitasare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いつまでもともに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itsumade motomo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主がおられるように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ga orareru youni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いつでもどこでも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itsudemo dokodemo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喜びのときも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yorokobi no tokimo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涙のときにも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namidano tokinimo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主はとこしえまで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tokoshiemade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あなたの味方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mikata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あなたの味方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mikata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あなたの味方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mikata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o Senhor te abençoe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faça brilhar Seu rosto em ti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conceda Sua graça, e te dê paz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a bênção se derrame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de noite e de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entrada e saída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teu riso, em teu choro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contigo, é por 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