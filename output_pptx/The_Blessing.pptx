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あなたに　神が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anata ni kami 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祝福与え　守るように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shukufuku atae mamoru youni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Até mil gerações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Tua família e teus filhos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あなたに　御顔　照らすように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anata ni mikao terasuyouni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 os filhos de teus filhos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あなたに　神が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anata ni kami 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平安恵み　与えるように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heian megumi ataeru youni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Até mil gerações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Tua família e teus filhos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あなたに　御顔　向けるように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anata ni mikao ukeruyouni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 os filhos de teus filhos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 o Senhor te abençoe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faça brilhar Seu rosto em 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主があなたを祝福しますように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主の顔があなたの上に輝きますように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conceda Sua graça, e te dê paz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 a bênção se derrame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主の恵みを与え、あなたに平安をくださいますように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祝福が注ぎ出されますように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de noite e de dia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Tua entrada e saída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夜も昼も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あなたの出入りを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Em teu riso, em teu choro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É contigo, é por 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あなたの笑いの中に、あなたの涙の中に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あなたと共に、あなたのために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Até mil gerações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Tua família e teus filhos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千代まで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あなたの家族とあなたの子どもたちに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os filhos de teus filhos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Sua presença te acompanhe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そしてあなたの子どもたちの子どもたちに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主の臨在があなたに伴いますように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Por detrás, por diante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後ろからも前からも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 o Senhor te abençoe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faça brilhar Seu rosto em 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主があなたを祝福しますように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主の顔があなたの上に輝きますように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conceda Sua graça, e te dê paz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 a bênção se derrame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主の恵みを与え、あなたに平安をくださいますように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祝福が注ぎ出されますように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de noite e de dia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Tua entrada e saída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夜も昼も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あなたの出入りを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Em teu riso, em teu choro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É contigo, é por 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あなたの笑いの中に、あなたの涙の中に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あなたと共に、あなたのために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家族と子供と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kazoku to kodomo 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彼らの子供に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karera no kodomo 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Família e filhos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 os filhos deles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世代にわたって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sedai ni watatte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祝福あるように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shukufuku aruyouni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Através das gerações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Que haja bênção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臨在に包まれ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rinzai ni tsutsumare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主の霊に満たされ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no rei ni mitasare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Envolvidos pela Tua presença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Cheios do Espírito do Senhor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いつまでもともに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itsumade motomo 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主がおられるように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ga orareru youni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Juntos para sempre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Que o Senhor esteja conosco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いつでもどこでも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itsudemo dokodemo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喜びのときも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yorokobi no tokimo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Em todo tempo e lugar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Nos tempos de alegria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涙のときにも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namidano tokinimo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主はとこしえまで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wa tokoshiemade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Também nos tempos de lágrimas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Senhor é eterno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あなたの味方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anata no mikata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あなたの味方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anata no mikata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Teu aliado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Teu aliado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あなたの味方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anata no mikata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Teu aliado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 o Senhor te abençoe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faça brilhar Seu rosto em 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主があなたを祝福しますように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主の顔があなたの上に輝きますように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conceda Sua graça, e te dê paz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 a bênção se derrame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主の恵みを与え、あなたに平安をくださいますように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祝福が注ぎ出されますように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de noite e de dia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Tua entrada e saída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夜も昼も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あなたの出入りを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Em teu riso, em teu choro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É contigo, é por 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あなたの笑いの中に、あなたの涙の中に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あなたと共に、あなたのために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