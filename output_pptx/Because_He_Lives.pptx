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Porque ele vive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28" b="1" i="0">
                <a:solidFill>
                  <a:srgbClr val="FFFFFF"/>
                </a:solidFill>
                <a:latin typeface="Arial"/>
              </a:rPr>
              <a:t>Deus enviou Seu Filho. Eles o chamaram Jesus.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Ele veio para amar, curar e perdoar;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Viveu e morreu para comprar-me perdão.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わたしを ゆるすために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watashi o yurusu tameni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主イエスは来られて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wa korarete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死にかち よみがえり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shini kachi yomigaeri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今も生きつづけておられ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ima mo iki tsuzukete orare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あしたは こわくはない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ashita wa kowaku wa 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主イエスが おられる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ga orareru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みらいもーまーた みてにある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mirai mo mata mite ni 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あしたを生きるいみがある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ashita wo ikiru imi ga 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7" b="1" i="0">
                <a:solidFill>
                  <a:srgbClr val="FFFFFF"/>
                </a:solidFill>
                <a:latin typeface="Arial"/>
              </a:rPr>
              <a:t>Há um túmulo vazio, para provar que meu Salvador vive.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Porque Ele vive,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Posso enfrentar o amanhã.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Porque Ele vive,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さいごの たたかいおえ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saigo no tatakai 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みくにに は いるひ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mikuni ni wa iru 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しもまた  やぶれさる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shi mo mata yaburesaru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えいこうの主は おさめられ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eikou no shu wa osamerare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あしたは こわくはない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ashita wa kowaku wa 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主イエスが おられる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ga orareru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みらいもーまーた みてにある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mirai mo mata mite ni 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あしたを生きるいみがある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ashita wo ikiru imi ga 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Porque eu sei, Ele garante 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a vida vale a pena viver,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Apenas porque Ele vive.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Que doce é segurar um bebê recém-nascido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E, sentir o orgulho e alegria que Ele dá;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