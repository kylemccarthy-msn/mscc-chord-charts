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Porque ele vive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 i="0">
                <a:solidFill>
                  <a:srgbClr val="FFFFFF"/>
                </a:solidFill>
                <a:latin typeface="Arial"/>
              </a:rPr>
              <a:t>Deus enviou Seu Filho. Eles o chamaram Jesus.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2851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わたしを ゆるすために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49427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主イエスは来られて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200" b="1" i="0">
                <a:solidFill>
                  <a:srgbClr val="FFFFFF"/>
                </a:solidFill>
                <a:latin typeface="Arial"/>
              </a:rPr>
              <a:t>Ele veio para amar, curar e perdoar;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 i="0">
                <a:solidFill>
                  <a:srgbClr val="FFFFFF"/>
                </a:solidFill>
                <a:latin typeface="Arial"/>
              </a:rPr>
              <a:t>Viveu e morreu para comprar-me perdão.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2851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死にかち よみがえり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49427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今も生きつづけておられ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650492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わたしを ゆるすために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418588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watashi o yurusu tameni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主イエスは来られて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753612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shu iesu wa korarete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53085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Porque ele vive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89661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Deus enviou Seu Filho. Eles o chamaram Jesus.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650492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死にかち よみがえり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418588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shini kachi yomigaeri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今も生きつづけておられ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753612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ima mo iki tsuzukete orare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53085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Ele veio para amar, curar e perdoar;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89661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Viveu e morreu para comprar-me perdão.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650492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あしたは こわくはない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418588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ashita wa kowaku wa nai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主イエスが おられる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753612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shu iesu ga orareru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53085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Porque eu sei, Ele garante o futuro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89661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E a vida vale a pena viver,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650492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みらいもーまーた みてにある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418588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mirai mo mata mite ni aru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あしたを生きるいみがある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753612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ashita wo ikiru imi ga aru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53085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Apenas porque Ele vive.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89661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Que doce é segurar um bebê recém-nascido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FFFFFF"/>
                </a:solidFill>
                <a:latin typeface="Arial"/>
              </a:rPr>
              <a:t>Há um túmulo vazio, para provar que meu Salvador vive.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Porque Ele vive,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2851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空の墓があります、私の救い主が生きていることを証明するために。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49427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彼が生きているので、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Posso enfrentar o amanhã.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Porque Ele vive,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2851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私は明日に立ち向かうことができます。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49427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彼が生きているので、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650492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さいごの たたかいおえ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418588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saigo no tatakai oe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みくにに は いるひ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753612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mikuni ni wa iru hi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53085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Porque ele vive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89661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Deus enviou Seu Filho. Eles o chamaram Jesus.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650492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しもまた  やぶれさる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418588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shi mo mata yaburesaru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えいこうの主は おさめられ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753612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eikou no shu wa osamerare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53085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Ele veio para amar, curar e perdoar;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89661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Viveu e morreu para comprar-me perdão.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650492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あしたは こわくはない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418588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ashita wa kowaku wa nai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主イエスが おられる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753612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shu iesu ga orareru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53085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Porque eu sei, Ele garante o futuro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89661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E a vida vale a pena viver,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650492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みらいもーまーた みてにある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418588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mirai mo mata mite ni aru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あしたを生きるいみがある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753612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ashita wo ikiru imi ga aru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53085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Apenas porque Ele vive.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89661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Que doce é segurar um bebê recém-nascido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300" b="1" i="0">
                <a:solidFill>
                  <a:srgbClr val="FFFFFF"/>
                </a:solidFill>
                <a:latin typeface="Arial"/>
              </a:rPr>
              <a:t>Porque eu sei, Ele garante o futuro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E a vida vale a pena viver,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2851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あしたは こわくはない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49427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主イエスが おられる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Apenas porque Ele vive.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800" b="1" i="0">
                <a:solidFill>
                  <a:srgbClr val="FFFFFF"/>
                </a:solidFill>
                <a:latin typeface="Arial"/>
              </a:rPr>
              <a:t>Que doce é segurar um bebê recém-nascido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2851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みらいもーまーた みてにある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49427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あしたを生きるいみがある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702052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700" b="1" i="0">
                <a:solidFill>
                  <a:srgbClr val="FFFFFF"/>
                </a:solidFill>
                <a:latin typeface="Arial"/>
              </a:rPr>
              <a:t>E, sentir o orgulho e alegria que Ele dá;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384505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あしたは こわくはない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