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Paz Chegou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Paz chegou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Eis que a estrela de Belém brilhou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Palavra de Deus se fez carne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Para nós uma criança nasceu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来たりし   僕らの王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Salvador deste mundo quebrado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へいあんもたらす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Ouvi as vozes dos anjos cantar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天使と共に歌おう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Vinde, adoremos a 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神が人になり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kami ga hito ni nari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すべての    人のため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subete no hito no tame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愛もて    おさめる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ai mote  osameru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賛美を   イエスに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sanbi wo   iesu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来たりし   僕らの王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kitarishi bokura no 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Para nós uma criança nasceu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へいあんもたらす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heian motarasu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O Salvador deste mundo quebrado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天使と共に歌おう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tenshi to tomo ni utaou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Ouvi as vozes dos anjos cantar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Ele vem a todos com os braços abertos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Ele reina com amor no trono de 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Toda honra pertence a Cristo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Jesus, nós Te adoramos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Paz chegou, o nosso Rei está conosco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vinde adoremos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Ó vinde adoremos, Cristo, o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vinde adoremos, Cristo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Jesus, nós Te adoramos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Paz chegou, o nosso Rei está conosco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vinde adoremos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Ó vinde adoremos, Cristo, o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vinde adoremos, Cristo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