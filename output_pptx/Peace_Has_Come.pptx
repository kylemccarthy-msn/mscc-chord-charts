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Paz Chegou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Paz chegou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平和が来た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平和が来た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Eis que a estrela de Belém brilhou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Palavra de Deus se fez carne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見よ、ベツレヘムの星が輝いた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神の言葉は肉となった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nós uma criança nasceu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Salvador deste mundo quebrado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来たりし   僕らの王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へいあんもたらす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Ouvi as vozes dos anjos cantar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Vinde, adoremos a 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天使と共に歌おう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来て、彼を礼拝しよう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神が人になり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ga hito ni nari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すべての    人のため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hito no tame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Paz Chegou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Paz chegou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愛もて    おさめる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mote  osameru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賛美を   イエスに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sanbi wo   iesu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que a estrela de Belém brilhou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Palavra de Deus se fez carne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来たりし   僕らの王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kitarishi bokura no 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へいあんもたらす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heian motarasu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nós uma criança nasceu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Salvador deste mundo quebrado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天使と共に歌おう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tenshi to tomo ni utaou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Ouvi as vozes dos anjos cantar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Ele vem a todos com os braços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Ele reina com amor no trono de 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彼は腕を広げてすべての者に来る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彼はダビデの王座で愛をもって統治する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honra pertence a Cristo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すべての栄光はキリストのものである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聖い、聖い、聖い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nós Te adoramos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Paz chegou, o nosso Rei está conosco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イエスよ、私たちはあなたを礼拝します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平和が来た、私たちの王は私たちとともにいる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vinde adoremos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Ó vinde adoremos, Cristo, 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おお、来て礼拝しよう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おお、来てキリスト、主を礼拝しよう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vinde adoremos, Cristo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おお、来てキリスト主を礼拝しよう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nós Te adoramos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Paz chegou, o nosso Rei está conosco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イエスよ、私たちはあなたを礼拝します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平和が来た、私たちの王は私たちとともにいる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vinde adoremos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Ó vinde adoremos, Cristo, 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おお、来て礼拝しよう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おお、来てキリスト、主を礼拝しよう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vinde adoremos, Cristo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おお、来てキリスト主を礼拝しよう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