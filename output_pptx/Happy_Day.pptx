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Dia Feliz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Ó grande dia na história: a morte foi derrotada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幸いな日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おお、歴史における大いなる日よ：死は打ち負かされた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me salvaste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Cante: Jesus está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あなたは私を救ってくれた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歌え：イエスは生きている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cruz vazia, o sepulcro vazio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Vida eterna, Tu ganhaste naquele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空の十字架、空の墓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永遠のいのち、あなたはその日に勝ち取った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Clame: Jesus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叫べ：イエスは生きている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彼は生きている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dia feliz, dia feliz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Lavaste o meu pecado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おお幸いな日よ、幸いな日よ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あなたは私の罪を洗い流した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dia feliz, dia feliz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sempre sou mudado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おお幸いな日よ、幸いな日よ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永遠に私は変えられた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eu estiver naquele lugar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私があの場所にいるとき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主に会うその日      ついに自由になり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ni au sono hi   tsui ni jiyuu ni 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喜びいつまでも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yorokobi itsumademo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Dia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Ó grande dia na história: a morte foi derrotada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平安の中     痛みは過ぎ去った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heian no naka   itami wa sugisatta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叫べよみがえられた    イエスに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sakebe yomigaerareta   iesu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me salvaste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Cante: Jesus está vivo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Clame: Jesus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叫べ：イエスは生きている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彼は生きている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dia feliz, dia feliz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Lavaste o meu pecado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おお幸いな日よ、幸いな日よ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あなたは私の罪を洗い流した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dia feliz, dia feliz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sempre sou mudado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おお幸いな日よ、幸いな日よ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永遠に私は変えられた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eu estiver naquele lugar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私があの場所にいるとき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Livre para ver o Seu rosto por fim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Serei Teu, Jesus, Tu serás meu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ついにあなたの顔を見る自由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私はあなたのもの、イエスよ、あなたは私のもの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Alegria infinita, paz perfeita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Toda dor terrena finalmente cessará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限りない喜び、完全な平安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すべての地上の苦しみはついに終わる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Clame: Jesus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叫べ：イエスは生きている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que dia glorioso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彼は生きている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おお、なんと栄光の日か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maneira gloriosa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Como Tu me salvaste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なんと栄光の方法か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あなたが私を救ってくれたように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que dia glorioso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nome glorioso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おお、なんと栄光の日か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なんと栄光に満ちた名前か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