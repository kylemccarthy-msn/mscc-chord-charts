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Dia Feliz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Arial"/>
              </a:rPr>
              <a:t>Ó grande dia na história: a morte foi derrotada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Tu me salvaste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Cante: Jesus está vivo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A cruz vazia, o sepulcro vazio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FFFFFF"/>
                </a:solidFill>
                <a:latin typeface="Arial"/>
              </a:rPr>
              <a:t>Vida eterna, Tu ganhaste naquele dia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Clame: Jesus está vivo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Ele está vivo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Ó dia feliz, dia feliz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Lavaste o meu pecado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Ó dia feliz, dia feliz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Para sempre sou mudado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Quando eu estiver naquele lugar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主に会うその日      ついに自由になり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shu ni au sono hi   tsui ni jiyuu ni nari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喜びいつまでも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yorokobi itsumademo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Dia Feliz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Ó grande dia na história: a morte foi derrotada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平安の中     痛みは過ぎ去った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heian no naka   itami wa sugisatta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叫べよみがえられた    イエスに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sakebe yomigaerareta   iesu 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Tu me salvaste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Cante: Jesus está vivo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Clame: Jesus está vivo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Ele está vivo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Ó dia feliz, dia feliz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Lavaste o meu pecado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Ó dia feliz, dia feliz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Para sempre sou mudado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Quando eu estiver naquele lugar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500" b="1" i="0">
                <a:solidFill>
                  <a:srgbClr val="FFFFFF"/>
                </a:solidFill>
                <a:latin typeface="Arial"/>
              </a:rPr>
              <a:t>Livre para ver o Seu rosto por fim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Serei Teu, Jesus, Tu serás meu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Alegria infinita, paz perfeita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300" b="1" i="0">
                <a:solidFill>
                  <a:srgbClr val="FFFFFF"/>
                </a:solidFill>
                <a:latin typeface="Arial"/>
              </a:rPr>
              <a:t>Toda dor terrena finalmente cessará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Clame: Jesus está vivo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Ele está vivo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Ó que dia glorioso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Que maneira gloriosa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Como Tu me salvaste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Ó que dia glorioso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Que nome glorioso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