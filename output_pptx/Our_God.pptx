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奇跡  をもって      目をひらく主に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kiseki wo motte  me wo hiraku shuni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ならぶもの      いない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narabu mono   inai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Ao Senhor que abre nossos olhos com milagres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Ninguém se compara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闇にうちから      希望そそぐ主に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yamini uchikara  kibou sosogu shuni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ならぶもの      いない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narabu mono   inai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Ao Senhor que derrama esperança na escuridão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Ninguém se compara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Igual a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Dentro da noite brilhou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神のようだ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暗闇の中で輝いた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Das cinzas nos fez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outro 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灰から私たちをよみがえらせた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他に等しいものはない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Nosso Deus é mais alto que qualquer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curador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私たちの神はすべての者より高い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私たちの神は癒し主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Onipotente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Deus,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全能の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私たちの神よ、私たちの神よ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もしこの神が          共にいるなら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moshi kono kami ga tomo ni iru nara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何を恐れる　   事あるだろう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nanio osoreru  koto aru darou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Igual a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Deus, tu és grande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もしこの神が          共にいるなら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moshi kono kami ga tomo ni iru nara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何を恐れる　   事あるだろう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nanio osoreru  koto aru darou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És invencível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Mais elevado que qualquer outro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ことあるだろう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koto aru darou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a cura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Igual a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Dentro da noite brilhou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神のようだ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暗闇の中で輝いた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Das cinzas nos fez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outro 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灰から私たちをよみがえらせた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他に等しいものはない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Nosso Deus é mais alto que qualquer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curador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私たちの神はすべての者より高い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私たちの神は癒し主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Onipotente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Deus,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全能の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私たちの神よ、私たちの神よ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Igual a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Deus, tu és grande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もしこの神が          共にいるなら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何を恐れる　   事あるだろう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És invencível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elevado que qualquer outro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もしこの神が          共にいるなら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何を恐れる　   事あるだろう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cura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 em poder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ことあるだろう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力において偉大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maior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私たちの神はより大きい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mais forte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私たちの神はより強い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Igual a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Dentro da noite brilhou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神のようだ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暗闇の中で輝いた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Das cinzas nos fez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outro 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灰から私たちをよみがえらせた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他に等しいものはない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Nosso Deus é mais alto que qualquer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curador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私たちの神はすべての者より高い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私たちの神は癒し主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Onipotente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Deus,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全能の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私たちの神よ、私たちの神よ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