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奇跡  をもって      目をひらく主に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kiseki wo motte  me wo hiraku shuni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ならぶもの      いない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narabu mono   inai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闇にうちから      希望そそぐ主に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yamini uchikara  kibou sosogu shuni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ならぶもの      いない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narabu mono   inai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Igual a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Dentro da noite brilhou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Das cinzas nos fez ressurgir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Não há outro igual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34" b="1" i="0">
                <a:solidFill>
                  <a:srgbClr val="FFFFFF"/>
                </a:solidFill>
                <a:latin typeface="Arial"/>
              </a:rPr>
              <a:t>Nosso Deus é mais alto que qualquer outro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Nosso Deus é curador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Onipotente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Nosso Deus, Nosso Deus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もしこの神が          共にいるなら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moshi kono kami ga tomo ni iru nara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Igual a Deus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何を恐れる　   事あるだろう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nanio osoreru  koto aru darou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Deus, tu és grande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もしこの神が          共にいるなら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moshi kono kami ga tomo ni iru nara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És invencível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何を恐れる　   事あるだろう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nanio osoreru  koto aru darou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Mais elevado que qualquer outro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68376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ことあるだろう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40614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koto aru darou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82676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Tu és a cura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Igual a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Dentro da noite brilhou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Das cinzas nos fez ressurgir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Não há outro igual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34" b="1" i="0">
                <a:solidFill>
                  <a:srgbClr val="FFFFFF"/>
                </a:solidFill>
                <a:latin typeface="Arial"/>
              </a:rPr>
              <a:t>Nosso Deus é mais alto que qualquer outro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Nosso Deus é curador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Onipotente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Nosso Deus, Nosso Deus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Igual a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もしこの神が          共にいるなら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Deus, tu és grande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何を恐れる　   事あるだろう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És invencível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もしこの神が          共にいるなら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Mais elevado que qualquer outro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何を恐れる　   事あるだろう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Tu és a cura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ことあるだろう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Grande em poder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Nosso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Nosso Deus é maior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894076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Nosso Deus é mais forte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616452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Igual a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Dentro da noite brilhou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Das cinzas nos fez ressurgir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Não há outro igual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34" b="1" i="0">
                <a:solidFill>
                  <a:srgbClr val="FFFFFF"/>
                </a:solidFill>
                <a:latin typeface="Arial"/>
              </a:rPr>
              <a:t>Nosso Deus é mais alto que qualquer outro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Nosso Deus é curador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Onipotente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Nosso Deus, Nosso Deus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