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魂 よ 鼓動  よ      すべての生きるもの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tamashiiyo kodouyo subete no ikiru mono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父の 愛に     希望をつかめ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no ai ni kibou wo tsukame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Nosso Deus É Amor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alma e todo coração palpitante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世界が   ひとつに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sekai ga hitotsu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その目は  主を  見上げる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me wa shu wo miageru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nação e toda língua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Venha descobrir a esperança no amor do Pai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 永遠の   救い主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eien no sukuinushi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a criação se curvará como uma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愛を         イエスがくれたその命を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wo iesu ga kureta sono inochi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声の限り 讃えたい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koe no kagiri tataetai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Veja o Filho ressuscitado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Salvador, para todo o sempre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もう恐れはない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mou osore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神は愛           神は愛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wa ai           kami wa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Isso é amor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veio e morreu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Toda alma e todo coração palpitante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nação e toda língua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Venha descobrir a esperança no amor do Pai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Toda a criação se curvará como uma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Levante os olhos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Veja o Filho ressuscitado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 Salvador, para todo o sempre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Isso é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veio e morreu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deu a Sua vida por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Vamos levantar nossas vozes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cantar por tudo o que Ele fez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pecado é superado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 coração distante e partido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Toda oração, todo braço estendido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Encontrando a esperança no amor do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De era em era, Seus louvores ascendem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a glória para todo o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Salvador Jesus, para sempre e depois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era em era nós cantaremos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luz de tudo o que Ele fez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Toda a terra, todo o mundo cantando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maravilha do Seu amor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