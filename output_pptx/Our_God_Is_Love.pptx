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650492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魂 よ 鼓動  よ      すべての生きるもの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418588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tamashiiyo kodouyo subete no ikiru mono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父の 愛に     希望をつかめ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53612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chichi no ai ni kibou wo tsukame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53085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Nosso Deus É Amor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89661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Toda alma e todo coração palpitante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650492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世界が   ひとつに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418588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sekai ga hitotsu 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その目は  主を  見上げる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53612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sono me wa shu wo miageru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53085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Toda nação e toda língua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89661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Venha descobrir a esperança no amor do Pai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500884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イエス 永遠の   救い主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268980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iesu eien no sukuinushi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046220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Toda a criação se curvará como uma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650492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愛を         イエスがくれたその命を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418588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ai wo iesu ga kureta sono inochi wo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声の限り 讃えたい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53612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koe no kagiri tataetai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53085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Veja o Filho ressuscitado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89661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Jesus Salvador, para todo o sempre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650492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もう恐れはない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418588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mou osore wa nai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神は愛           神は愛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53612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kami wa ai           kami wa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53085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Isso é amor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89661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Jesus veio e morreu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Nosso Deus É Amor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300" b="1" i="0">
                <a:solidFill>
                  <a:srgbClr val="FFFFFF"/>
                </a:solidFill>
                <a:latin typeface="Arial"/>
              </a:rPr>
              <a:t>Toda alma e todo coração palpitante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私たちの神は愛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すべての魂とすべての鼓動する心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Toda nação e toda língua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Arial"/>
              </a:rPr>
              <a:t>Venha descobrir a esperança no amor do Pai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すべての国民とすべての言葉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父の愛の中に希望を見出しに来てください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500" b="1" i="0">
                <a:solidFill>
                  <a:srgbClr val="FFFFFF"/>
                </a:solidFill>
                <a:latin typeface="Arial"/>
              </a:rPr>
              <a:t>Toda a criação se curvará como uma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Levante os olhos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すべての創造物は一つのように身をかがめます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目を上げてください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Veja o Filho ressuscitado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500" b="1" i="0">
                <a:solidFill>
                  <a:srgbClr val="FFFFFF"/>
                </a:solidFill>
                <a:latin typeface="Arial"/>
              </a:rPr>
              <a:t>Jesus Salvador, para todo o sempre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よみがえったみ子を見てください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イエスよ救い主よ、とこしえまでも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Isso é amor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Jesus veio e morreu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これが愛です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イエスは来て死なれました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E deu a Sua vida por nós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Vamos levantar nossas vozes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そして私たちのために命をささげられました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声を上げましょう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E cantar por tudo o que Ele fez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Nosso pecado é superado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彼がなさったすべてのために歌いましょう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私たちの罪は克服されました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Nosso Deus é amor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Todo coração distante e partido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私たちの神は愛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すべての遠く離れた壊れた心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02052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FFFFFF"/>
                </a:solidFill>
                <a:latin typeface="Arial"/>
              </a:rPr>
              <a:t>Toda oração, todo braço estendido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84505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すべての祈り、すべての伸ばされた腕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Arial"/>
              </a:rPr>
              <a:t>Encontrando a esperança no amor do Pai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100" b="1" i="0">
                <a:solidFill>
                  <a:srgbClr val="FFFFFF"/>
                </a:solidFill>
                <a:latin typeface="Arial"/>
              </a:rPr>
              <a:t>De era em era, Seus louvores ascendem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父の愛の中に希望を見出しながら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時代から時代へ、彼の賛美は上がります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Toda a glória para todo o tempo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FFFFFF"/>
                </a:solidFill>
                <a:latin typeface="Arial"/>
              </a:rPr>
              <a:t>Salvador Jesus, para sempre e depois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すべての栄光とこしえまでも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救い主イエスよ、永遠にそしてその先へ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De era em era nós cantaremos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Na luz de tudo o que Ele fez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時代から時代へ私たちは歌います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彼がなさったすべてのことの光の中で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300" b="1" i="0">
                <a:solidFill>
                  <a:srgbClr val="FFFFFF"/>
                </a:solidFill>
                <a:latin typeface="Arial"/>
              </a:rPr>
              <a:t>Toda a terra, todo o mundo cantando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Na maravilha do Seu amor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すべての地、全世界が歌う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彼の愛の驚異の中で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