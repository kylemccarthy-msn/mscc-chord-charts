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魂 よ 鼓動  よ      すべての生きるもの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tamashiiyo kodouyo subete no ikiru mono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父の 愛に     希望をつかめ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chichi no ai ni kibou wo tsukame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世界が   ひとつに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sekai ga hitotsu 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その目は  主を  見上げる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sono me wa shu wo miageru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68376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イエス 永遠の   救い主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40614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iesu eien no sukuinushi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82676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愛を         イエスがくれたその命を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ai wo iesu ga kureta sono inochi wo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声の限り 讃えたい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koe no kagiri tataetai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もう恐れはない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mou osore wa nai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神は愛           神は愛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kami wa ai           kami wa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Toda alma e todo coração palpitante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nação e toda língua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352" b="1" i="0">
                <a:solidFill>
                  <a:srgbClr val="FFFFFF"/>
                </a:solidFill>
                <a:latin typeface="Arial"/>
              </a:rPr>
              <a:t>Venha descobrir a esperança no amor do Pai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Toda a criação se curvará como uma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Levante os olhos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Veja o Filho ressuscitado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141" b="1" i="0">
                <a:solidFill>
                  <a:srgbClr val="FFFFFF"/>
                </a:solidFill>
                <a:latin typeface="Arial"/>
              </a:rPr>
              <a:t>Jesus Salvador, para todo o sempre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Isso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Jesus veio e morreu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deu a Sua vida por nós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Vamos levantar nossas vozes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cantar por tudo o que Ele fez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pecado é superado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Nosso Deus é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Todo coração distante e partido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894076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266" b="1" i="0">
                <a:solidFill>
                  <a:srgbClr val="FFFFFF"/>
                </a:solidFill>
                <a:latin typeface="Arial"/>
              </a:rPr>
              <a:t>Toda oração, todo braço estendido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3616452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705" b="1" i="0">
                <a:solidFill>
                  <a:srgbClr val="FFFFFF"/>
                </a:solidFill>
                <a:latin typeface="Arial"/>
              </a:rPr>
              <a:t>Encontrando a esperança no amor do Pai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805" b="1" i="0">
                <a:solidFill>
                  <a:srgbClr val="FFFFFF"/>
                </a:solidFill>
                <a:latin typeface="Arial"/>
              </a:rPr>
              <a:t>De era em era, Seus louvores ascendem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Toda a glória para todo o tempo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3911" b="1" i="0">
                <a:solidFill>
                  <a:srgbClr val="FFFFFF"/>
                </a:solidFill>
                <a:latin typeface="Arial"/>
              </a:rPr>
              <a:t>Salvador Jesus, para sempre e depois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 era em era nós cantaremos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luz de tudo o que Ele fez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022" b="1" i="0">
                <a:solidFill>
                  <a:srgbClr val="FFFFFF"/>
                </a:solidFill>
                <a:latin typeface="Arial"/>
              </a:rPr>
              <a:t>Toda a terra, todo o mundo cantando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Na maravilha do Seu amor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