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神のこひつじ         人  の罪   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kami no kohitsuji  hito no tsumi 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神の怒り  を	 背負ったイエス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kami no ikari wo  seoutta iesu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打たれ責められ    静かに立 - 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utare semerare  shizuka ni tachi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委ね - て受けた    とげのかんむり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yudanete uketa  toge no kanmuri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11" b="1" i="0">
                <a:solidFill>
                  <a:srgbClr val="FFFFFF"/>
                </a:solidFill>
                <a:latin typeface="Arial"/>
              </a:rPr>
              <a:t>この十字架こ - そ救 - い     注がれた主の愛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44" b="0" i="1">
                <a:solidFill>
                  <a:srgbClr val="B4B4B4"/>
                </a:solidFill>
                <a:latin typeface="Arial"/>
              </a:rPr>
              <a:t>kono jyuujika koso sukui   sosogareta shu no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心  -  から　ハレル -ヤ 神をたたえる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kokoro kara halelujah kami wo tataeru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O Cordeiro que sofreu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Traído pelos seus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Ele carregou por mim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Todo o pecado meu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Em silêncio suportou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Açoite, escárnio e 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 em obediência ao Pai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Na cruz se entregou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Numa rude cruz me salvaste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Derramaste ali teu amor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Minh'alma cantará aleluia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Glória e honra a ti, Senhor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この十字架こ - そ救 - い 注がれた主の愛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44" b="0" i="1">
                <a:solidFill>
                  <a:srgbClr val="B4B4B4"/>
                </a:solidFill>
                <a:latin typeface="Arial"/>
              </a:rPr>
              <a:t>kono jyuujika koso sukui   sosogareta shu no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23" b="1" i="0">
                <a:solidFill>
                  <a:srgbClr val="FFFFFF"/>
                </a:solidFill>
                <a:latin typeface="Arial"/>
              </a:rPr>
              <a:t>心  -  から　ハレル  -  ヤ 神をたたえる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kokoro kara halelujah  kami wo tataeru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11" b="1" i="0">
                <a:solidFill>
                  <a:srgbClr val="FFFFFF"/>
                </a:solidFill>
                <a:latin typeface="Arial"/>
              </a:rPr>
              <a:t>この十字架こ - そ救 - い     注がれた主の愛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91" b="0" i="1">
                <a:solidFill>
                  <a:srgbClr val="B4B4B4"/>
                </a:solidFill>
                <a:latin typeface="Arial"/>
              </a:rPr>
              <a:t>kono jyuujika koso sukui  sosogareta shu no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23" b="1" i="0">
                <a:solidFill>
                  <a:srgbClr val="FFFFFF"/>
                </a:solidFill>
                <a:latin typeface="Arial"/>
              </a:rPr>
              <a:t>心  -  から　ハレル-ヤ     神をたたえる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kokoro kara halelujah  kami wo tataeru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Unigênito de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Vieste redimir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 perdoar a todo 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Se entregar a 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Numa rude cruz me salvaste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Derramaste ali teu amor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Minh'alma cantará aleluia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Glória e honra a ti, Senhor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