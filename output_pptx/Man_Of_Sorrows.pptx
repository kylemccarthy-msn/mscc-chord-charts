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神のこひつじ         人  の罪   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kami no kohitsuji  hito no tsumi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神の怒り  を	 背負ったイエス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kami no ikari wo  seoutta iesu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Cordeiro que sofreu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Traído pelos seus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打たれ責められ    静かに立 - 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utare semerare  shizuka ni tachi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委ね - て受けた    とげのかんむり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yudanete uketa  toge no kanmuri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Cordeiro que sofreu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Traído pelos seus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この十字架こ - そ救 - い     注がれた主の愛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kono jyuujika koso sukui   sosogareta shu no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心  -  から　ハレル -ヤ 神をたたえる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kokoro kara halelujah kami wo tataeru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Em silêncio suportou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Açoite, escárnio e dor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Cordeiro que sofreu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Traído pelos seus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苦しみを受けられた子羊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自分の者たちに裏切られ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Ele carregou por mim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Todo o pecado meu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私のために担われた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私のすべての罪を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Em silêncio suportou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Açoite, escárnio e 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静かに耐え忍ばれた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むちうち、嘲笑、痛みを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em obediência ao Pai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 cruz se entregou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そして父への従順の中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十字架に身を献げられた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Numa rude cruz me salvaste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Derramaste ali teu amor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粗い十字架で私を救われた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あなたの愛をそこに注ぎ出された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Minh'alma cantará aleluia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Glória e honra a ti, Senhor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私の魂はハレルヤと歌う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栄光と誉れを主にささげます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Numa rude cruz me salvaste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Derramaste ali teu amor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粗い十字架で私を救われた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あなたの愛をそこに注ぎ出された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Minh'alma cantará aleluia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Glória e honra a ti, Senhor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私の魂はハレルヤと歌う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栄光と誉れを主にささげます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この十字架こ - そ救 - い 注がれた主の愛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kono jyuujika koso sukui   sosogareta shu no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心  -  から　ハレル  -  ヤ 神をたたえる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kokoro kara halelujah  kami wo tataeru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Em silêncio suportou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Açoite, escárnio e dor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この十字架こ - そ救 - い     注がれた主の愛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kono jyuujika koso sukui  sosogareta shu no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心  -  から　ハレル-ヤ     神をたたえる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kokoro kara halelujah  kami wo tataeru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Em silêncio suportou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Açoite, escárnio e dor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Unigênito de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Vieste redimir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神の独り子よ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贖いのために来られた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perdoar a todo 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 entregar a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そして赦される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あなたに身を委ねるすべての者を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Em silêncio suportou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Açoite, escárnio e 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静かに耐え忍ばれた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むちうち、嘲笑、痛みを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em obediência ao Pai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 cruz se entregou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そして父への従順の中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十字架に身を献げられた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Numa rude cruz me salvaste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Derramaste ali teu amor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粗い十字架で私を救われた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あなたの愛をそこに注ぎ出された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Minh'alma cantará aleluia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Glória e honra a ti, Senhor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私の魂はハレルヤと歌う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栄光と誉れを主にささげます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