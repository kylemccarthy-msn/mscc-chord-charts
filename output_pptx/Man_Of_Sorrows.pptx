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神のこひつじ         人  の罪   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kohitsuji  hito no tsumi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神の怒り  を	 背負ったイエス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ikari wo  seoutta iesu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Cordeiro que sofreu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Traído pelos seus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打たれ責められ    静かに立 - 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utare semerare  shizuka ni tachi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委ね - て受けた    とげのかんむり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yudanete uketa  toge no kanmuri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Cordeiro que sofreu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Traído pelos seus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この十字架こ - そ救 - い     注がれた主の愛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jyuujika koso sukui   sosogareta shu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  -  から　ハレル -ヤ 神をたたえる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kara halelujah kami wo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silêncio suportou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Açoite, escárnio e dor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que sofreu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Traído pelos seus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carregou por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 o pecado meu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silêncio suportou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Açoite, escárnio e dor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em obediência ao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cruz se entregou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Numa rude cruz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Derramaste ali teu amor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Minh'alma cantará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e honra a ti, Senhor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Numa rude cruz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Derramaste ali teu amor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Minh'alma cantará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e honra a ti, Senhor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この十字架こ - そ救 - い 注がれた主の愛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jyuujika koso sukui   sosogareta shu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心  -  から　ハレル  -  ヤ 神をたたえる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kara halelujah  kami wo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silêncio suportou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Açoite, escárnio e dor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この十字架こ - そ救 - い     注がれた主の愛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jyuujika koso sukui  sosogareta shu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心  -  から　ハレル-ヤ     神をたたえる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kara halelujah  kami wo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silêncio suportou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Açoite, escárnio e dor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Unigênito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Vieste redimir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perdoar a todo 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entregar a Ti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silêncio suportou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Açoite, escárnio e dor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em obediência ao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cruz se entregou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Numa rude cruz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Derramaste ali teu amor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Minh'alma cantará 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e honra a ti, Senhor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