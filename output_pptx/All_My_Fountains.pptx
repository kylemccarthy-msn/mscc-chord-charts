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Todas as minhas fontes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Estão em ti Amado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Abra os céus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Venha Água Viva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Todas as minhas fontes estão em Você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Todas as minhas fontes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Estão em ti Amado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い-けるみずよ,てん-からおりて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ikeru mizuyo ten kara 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わがいずみ,あなたにある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waga izumi anata ni aru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かみ-のあいが, つよ-いかわのよう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kami no ai ga  tsuyoi kawa no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わがいずみ,あなたにある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 ga izumi anata ni aru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