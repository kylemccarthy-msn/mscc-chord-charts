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Todas as minhas fontes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Estão em ti Amado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すべての泉は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あなたの中にあります、愛する方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Abra os céus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Venha Água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天を開いてください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生ける水よ来てください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Todas as minhas fontes estão em Você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Todas as minhas 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すべての泉があなたの中にあります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すべての泉は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Estão em ti Amado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あなたの中にあります、愛する方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い-けるみずよ,てん-からおりて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ikeru mizuyo ten kara orite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わがいずみ,あなたにある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waga izumi anata ni 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Água viva, desça do céu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 fonte está em você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かみ-のあいが, つよ-いかわのよう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 no ai ga  tsuyoi kawa no 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わがいずみ,あなたにある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 ga izumi anata ni 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amor de Deus como um rio poderoso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 fonte está em você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