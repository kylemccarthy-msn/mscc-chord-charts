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ものみなこぞりて       み神をたたえよ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mono mina kozorite    mikami wo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  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Erguei a voz e cantai conosco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光のもとなる             日を造りましし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hikari no motonaru    hi wo tsukurimashishi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み神を           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mikami wo     tataeyo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Aleluia!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Sol ardente com teu raio dourado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   ハレルヤ　    ハレルーヤ。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      hallelujah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lua prateada brilhando suave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月かげさやかに          み 空にかがやく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tsuki kagesayakani   misora ni kagayaku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     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Erguei a voz e cantai conosco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きらめく星をも               静かにみちびく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kirameku hoshi wo mo   shizuka ni michibiku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み神を          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mikami wo    tataeyo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Aleluia!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Sol ardente com teu raio dourado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  ハレルヤ　   ハレルーヤ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hallelujah     hallelujah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lua prateada brilhando suave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Todas as criaturas do nosso Deus e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Erguei a voz e cantai conosco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私たちの神と王のすべての被造物よ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声を上げて私たちと共に歌おう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Ó Sol ardente com teu raio dourado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ハレルヤ！ハレルヤ！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おお燃える太陽よ、金色の光で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lua prateada brilhando suave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louvai-O! Ó louvai-O!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おお銀色に輝く月よ、優しく光りて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おお主を褒め称えよ！おお主を褒め称えよ！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 Aleluia!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ハレルヤ！ハレルヤ！ハレルヤ！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