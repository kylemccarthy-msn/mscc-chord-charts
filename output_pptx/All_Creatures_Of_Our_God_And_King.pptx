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ものみなこぞりて       み神をたたえよ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mono mina kozorite    mikami wo tataeyo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ハレルヤ      ハレルヤ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hallelujah    hallelujah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61" b="1" i="0">
                <a:solidFill>
                  <a:srgbClr val="FFFFFF"/>
                </a:solidFill>
                <a:latin typeface="Arial"/>
              </a:rPr>
              <a:t>光のもとなる             日を造りましし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44" b="0" i="1">
                <a:solidFill>
                  <a:srgbClr val="B4B4B4"/>
                </a:solidFill>
                <a:latin typeface="Arial"/>
              </a:rPr>
              <a:t>hikari no motonaru    hi wo tsukurimashishi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み神を           たたえよ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mikami wo     tataeyo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68376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ハレルヤ　   ハレルヤ　    ハレルーヤ。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340614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hallelujah    hallelujah      hallelujah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82676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23" b="1" i="0">
                <a:solidFill>
                  <a:srgbClr val="FFFFFF"/>
                </a:solidFill>
                <a:latin typeface="Arial"/>
              </a:rPr>
              <a:t>月かげさやかに          み 空にかがやく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tsuki kagesayakani   misora ni kagayaku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ハレルヤ      ハレルヤ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hallelujah    hallelujah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41" b="1" i="0">
                <a:solidFill>
                  <a:srgbClr val="FFFFFF"/>
                </a:solidFill>
                <a:latin typeface="Arial"/>
              </a:rPr>
              <a:t>きらめく星をも               静かにみちびく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44" b="0" i="1">
                <a:solidFill>
                  <a:srgbClr val="B4B4B4"/>
                </a:solidFill>
                <a:latin typeface="Arial"/>
              </a:rPr>
              <a:t>kirameku hoshi wo mo   shizuka ni michibiku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み神を          たたえよ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mikami wo    tataeyo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68376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ハレルヤ　  ハレルヤ　   ハレルーヤ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340614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hallelujah    hallelujah     hallelujah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82676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705" b="1" i="0">
                <a:solidFill>
                  <a:srgbClr val="FFFFFF"/>
                </a:solidFill>
                <a:latin typeface="Arial"/>
              </a:rPr>
              <a:t>Todas as criaturas do nosso Deus e Rei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Erguei a voz e cantai conosco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Aleluia! Aleluia!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41" b="1" i="0">
                <a:solidFill>
                  <a:srgbClr val="FFFFFF"/>
                </a:solidFill>
                <a:latin typeface="Arial"/>
              </a:rPr>
              <a:t>Ó Sol ardente com teu raio dourado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Ó lua prateada brilhando suave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Ó louvai-O! Ó louvai-O!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94076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Aleluia! Aleluia! Aleluia!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3616452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