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Divina graça me alcançou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 bravo mar me resgatou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神聖なる恵みが私に降り注いだ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荒れ狂う海から私を救い出してくれた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À terra firme, me levou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minha salvação,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堅い地へ私を導いてくれた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あなたは私の救い主です、主よ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escuridão não temerei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tua mão me agarrarei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暗闇を恐れることはありません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あなたの手にしっかりつかまります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Contemplarei o nascer do sol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minha salvação,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日の出を眺めます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あなたは私の救い主です、主よ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Salva os seus com amor fiel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Pagou, venceu, tudo consumou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変わらない愛で御民を救われます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買い戻し、勝利し、すべてを成し遂げられた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minha salvação,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esperança está em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あなたは私の救い主です、主よ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私の希望は神にあります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 vale e na tribulação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谷間にも苦しみの中にも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主の恵みにより　罪の嵐 抜け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omono megumi niyori tsumi no arashi nuke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graça irá me fortalecer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あなたの恵みが私を強くしてくれます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救いにあずか っ た　主こそ我が救い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sukui niazuka tsu ta shu koso waga sukui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minha salvação,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あなたは私の救い主です、主よ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闇が襲っても　主の光により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yami ga osotsu temo omono hikari niyori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quando a vida ao fim chegar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そして人生が終わるときが来たら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平安、力 得る　主こそ我が救い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heian , chikara eru shu koso waga sukui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Levantarei Para Casa irei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minha salvação,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立ち上がり、家へ帰ります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あなたは私の救い主です、主よ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主イエスこそ神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koso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seja a Deus, o 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栄光は父である神にあれ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我らの罪 背負い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warera no tsumi seoi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seja a Deus, o Filho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栄光は神の子にあれ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あがなう 勝利の主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aganau shouri 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Divina graça me alcançou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神聖なる恵みが私に降り注いだ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主こそ我が救い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koso waga sukui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 bravo mar me resgatou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À terra firme, me levou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荒れ狂う海から私を救い出してくれた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堅い地へ私を導いてくれた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最期の瞬間まで　私は主のもの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saigo no shunkan made watashi ha omono mono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minha salvação,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あなたは私の救い主です、主よ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帰りゆく 主のもとへ　主こそ我が救い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kaeri yuku omono motohe shu koso waga sukui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minha salvação,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é como o Senhor, meu Deus?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あなたは私の救い主です、主よ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主よ、私の神よ、誰があなたのようでしょう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Salva os seus com amor fiel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Pagou, venceu, tudo consumou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変わらない愛で御民を救われます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買い戻し、勝利し、すべてを成し遂げられた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栄光あれ　父なる主に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eikou are chichi naru omoni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御子なるイエスに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miko naru iesu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栄光あれ　主の御霊に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eikou are omono goryou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主こそ我が救い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koso waga sukui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主イエスこそ神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koso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我らの罪 背負い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warera no tsumi seoi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あがなう 勝利の主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aganau shouri 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主こそ我が救い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koso waga sukui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