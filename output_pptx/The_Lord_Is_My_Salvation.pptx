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Divina graça me alcançou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 bravo mar me resgatou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terra firme, me levou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escuridão não temerei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tua mão me agarrarei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Contemplarei o nascer do sol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Salva os seus com amor fiel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Pagou, venceu, tudo consumou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esperança está em Deus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vale e na tribulação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主の恵みにより　罪の嵐 抜け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omono megumi niyori tsumi no arashi nuke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graça irá me fortalecer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救いにあずか っ た　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sukui niazuka tsu ta 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闇が襲っても　主の光により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yami ga osotsu temo omono hikari niyori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quando a vida ao fim chegar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平安、力 得る　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heian , chikara eru 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Levantarei Para Casa irei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主イエスこそ神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koso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seja a Deus, o Pai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我らの罪 背負い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 no tsumi seoi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Glória seja a Deus, o Filho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あがなう 勝利の主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aganau shouri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 bravo mar me resgatou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À terra firme, me levou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最期の瞬間まで　私は主のもの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saigo no shunkan made watashi ha omono mono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帰りゆく 主のもとへ　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kaeri yuku omono motohe 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minha salvação,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Quem é como o Senhor, meu Deus?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Salva os seus com amor fiel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Pagou, venceu, tudo consumou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栄光あれ　父なる主に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are chichi naru omoni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御子なるイエスに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miko naru iesu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栄光あれ　主の御霊に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are omono goryou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主イエスこそ神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koso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我らの罪 背負い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 no tsumi seoi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あがなう 勝利の主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aganau shouri no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主こそ我が救い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koso waga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Divina graça me alcançou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