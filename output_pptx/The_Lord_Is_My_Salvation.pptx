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主の恵みにより　罪の嵐 抜け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44" b="0" i="1">
                <a:solidFill>
                  <a:srgbClr val="B4B4B4"/>
                </a:solidFill>
                <a:latin typeface="Arial"/>
              </a:rPr>
              <a:t>Shu no megumi ni yori  tsumi no arashi nuke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救いにあずか っ た 主こそ我が救い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sukui ni azukatta  Shu koso waga sukui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闇が襲っても　主の光により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yami ga osottemo  shu no hikari ni yori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平安 力 得る 主こそ我が救い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heian chikara eru     shu koso waga sukui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主イエスこそ神   我らの罪 背負い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koso kami  warera no tsumi seoi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あがなう 勝利の主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aganau shori no 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主こそ我が救い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koso waga sukui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最期の瞬間まで　私は主のもの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saigo no toki made  watashi wa shu no mono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帰りゆく 主のもとへ　主こそ我が救い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44" b="0" i="1">
                <a:solidFill>
                  <a:srgbClr val="B4B4B4"/>
                </a:solidFill>
                <a:latin typeface="Arial"/>
              </a:rPr>
              <a:t>kaeri yuku shu no moto he   shu koso waga sukui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主イエスこそ神   我らの罪 背負い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koso kami  warera no tsumi seoi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あがなう 勝利の主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aganau shori no 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主こそ我が救い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koso waga sukui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